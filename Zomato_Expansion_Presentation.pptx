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2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18"/>
  </p:notesMasterIdLst>
  <p:sldIdLst>
    <p:sldId id="256" r:id="rId2"/>
    <p:sldId id="257" r:id="rId3"/>
    <p:sldId id="279" r:id="rId4"/>
    <p:sldId id="258" r:id="rId5"/>
    <p:sldId id="259" r:id="rId6"/>
    <p:sldId id="260" r:id="rId7"/>
    <p:sldId id="273" r:id="rId8"/>
    <p:sldId id="274" r:id="rId9"/>
    <p:sldId id="275" r:id="rId10"/>
    <p:sldId id="276" r:id="rId11"/>
    <p:sldId id="278" r:id="rId12"/>
    <p:sldId id="277" r:id="rId13"/>
    <p:sldId id="261" r:id="rId14"/>
    <p:sldId id="262" r:id="rId15"/>
    <p:sldId id="263" r:id="rId16"/>
    <p:sldId id="270" r:id="rId17"/>
  </p:sldIdLst>
  <p:sldSz cx="12192000" cy="6858000"/>
  <p:notesSz cx="6858000" cy="9144000"/>
  <p:embeddedFontLst>
    <p:embeddedFont>
      <p:font typeface="Poppins" panose="00000500000000000000" pitchFamily="2" charset="0"/>
      <p:regular r:id="rId19"/>
      <p:bold r:id="rId20"/>
      <p:italic r:id="rId21"/>
      <p:boldItalic r:id="rId22"/>
    </p:embeddedFont>
    <p:embeddedFont>
      <p:font typeface="Segoe UI Light" panose="020B0502040204020203" pitchFamily="34" charset="0"/>
      <p:regular r:id="rId23"/>
      <p:italic r:id="rId24"/>
    </p:embeddedFont>
    <p:embeddedFont>
      <p:font typeface="Segoe UI Semibold" panose="020B0702040204020203" pitchFamily="34" charset="0"/>
      <p:bold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178">
          <p15:clr>
            <a:srgbClr val="A4A3A4"/>
          </p15:clr>
        </p15:guide>
        <p15:guide id="2" pos="666">
          <p15:clr>
            <a:srgbClr val="A4A3A4"/>
          </p15:clr>
        </p15:guide>
        <p15:guide id="3" pos="5972">
          <p15:clr>
            <a:srgbClr val="A4A3A4"/>
          </p15:clr>
        </p15:guide>
        <p15:guide id="4" pos="4271">
          <p15:clr>
            <a:srgbClr val="A4A3A4"/>
          </p15:clr>
        </p15:guide>
        <p15:guide id="5" orient="horz" pos="1842">
          <p15:clr>
            <a:srgbClr val="A4A3A4"/>
          </p15:clr>
        </p15:guide>
        <p15:guide id="6" orient="horz" pos="1638">
          <p15:clr>
            <a:srgbClr val="A4A3A4"/>
          </p15:clr>
        </p15:guide>
        <p15:guide id="7" pos="834">
          <p15:clr>
            <a:srgbClr val="747775"/>
          </p15:clr>
        </p15:guide>
        <p15:guide id="8" orient="horz" pos="581">
          <p15:clr>
            <a:srgbClr val="747775"/>
          </p15:clr>
        </p15:guide>
        <p15:guide id="9" pos="393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14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>
        <p:guide orient="horz" pos="4178"/>
        <p:guide pos="666"/>
        <p:guide pos="5972"/>
        <p:guide pos="4271"/>
        <p:guide orient="horz" pos="1842"/>
        <p:guide orient="horz" pos="1638"/>
        <p:guide pos="834"/>
        <p:guide orient="horz" pos="581"/>
        <p:guide pos="39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Varunproject\Zomato%20updated%20varun%20(version%202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ndu\Downloads\Zomato%20updated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Varunproject\Zomato%20updated%20varun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Varunproject\Zomato%20updated%20varun%20(version%202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ndu\Downloads\Zomato%20updated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Varunproject\Zomato%20updated%20varun%20(version%202)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andu\Downloads\Zomato%20updated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[Zomato updated varun (version 2).xlsx]Pivots(Objective Answers)!PivotTable7</c:name>
    <c:fmtId val="15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Total No</a:t>
            </a:r>
            <a:r>
              <a:rPr lang="en-US" baseline="0" dirty="0"/>
              <a:t> of </a:t>
            </a:r>
            <a:r>
              <a:rPr lang="en-US" baseline="0" dirty="0" err="1"/>
              <a:t>Resuaurants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 cap="rnd" cmpd="sng" algn="ctr">
            <a:solidFill>
              <a:schemeClr val="accent1">
                <a:shade val="95000"/>
                <a:satMod val="105000"/>
              </a:schemeClr>
            </a:solidFill>
            <a:round/>
          </a:ln>
          <a:effectLst/>
        </c:spPr>
        <c:marker>
          <c:symbol val="circle"/>
          <c:size val="17"/>
          <c:spPr>
            <a:solidFill>
              <a:schemeClr val="lt1"/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 cap="rnd" cmpd="sng" algn="ctr">
            <a:solidFill>
              <a:schemeClr val="accent1">
                <a:shade val="95000"/>
                <a:satMod val="105000"/>
              </a:schemeClr>
            </a:solidFill>
            <a:round/>
          </a:ln>
          <a:effectLst/>
        </c:spPr>
        <c:marker>
          <c:symbol val="circle"/>
          <c:size val="17"/>
          <c:spPr>
            <a:solidFill>
              <a:schemeClr val="lt1"/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 cap="rnd" cmpd="sng" algn="ctr">
            <a:solidFill>
              <a:schemeClr val="accent1">
                <a:shade val="95000"/>
                <a:satMod val="105000"/>
              </a:schemeClr>
            </a:solidFill>
            <a:round/>
          </a:ln>
          <a:effectLst/>
        </c:spPr>
        <c:marker>
          <c:symbol val="circle"/>
          <c:size val="17"/>
          <c:spPr>
            <a:solidFill>
              <a:schemeClr val="lt1"/>
            </a:solidFill>
            <a:ln w="9525"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'Pivots(Objective Answers)'!$B$29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'Pivots(Objective Answers)'!$A$30:$A$39</c:f>
              <c:strCache>
                <c:ptCount val="9"/>
                <c:pt idx="0">
                  <c:v>New Zealand</c:v>
                </c:pt>
                <c:pt idx="1">
                  <c:v>Turkey</c:v>
                </c:pt>
                <c:pt idx="2">
                  <c:v>Australia</c:v>
                </c:pt>
                <c:pt idx="3">
                  <c:v>Philippines</c:v>
                </c:pt>
                <c:pt idx="4">
                  <c:v>Indonesia</c:v>
                </c:pt>
                <c:pt idx="5">
                  <c:v>Sri Lanka</c:v>
                </c:pt>
                <c:pt idx="6">
                  <c:v>Qatar</c:v>
                </c:pt>
                <c:pt idx="7">
                  <c:v>Singapore</c:v>
                </c:pt>
                <c:pt idx="8">
                  <c:v>Canada</c:v>
                </c:pt>
              </c:strCache>
            </c:strRef>
          </c:cat>
          <c:val>
            <c:numRef>
              <c:f>'Pivots(Objective Answers)'!$B$30:$B$39</c:f>
              <c:numCache>
                <c:formatCode>General</c:formatCode>
                <c:ptCount val="9"/>
                <c:pt idx="0">
                  <c:v>40</c:v>
                </c:pt>
                <c:pt idx="1">
                  <c:v>34</c:v>
                </c:pt>
                <c:pt idx="2">
                  <c:v>24</c:v>
                </c:pt>
                <c:pt idx="3">
                  <c:v>22</c:v>
                </c:pt>
                <c:pt idx="4">
                  <c:v>21</c:v>
                </c:pt>
                <c:pt idx="5">
                  <c:v>20</c:v>
                </c:pt>
                <c:pt idx="6">
                  <c:v>20</c:v>
                </c:pt>
                <c:pt idx="7">
                  <c:v>20</c:v>
                </c:pt>
                <c:pt idx="8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090-49DD-B42E-0518398141D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300487679"/>
        <c:axId val="1300482879"/>
      </c:lineChart>
      <c:catAx>
        <c:axId val="13004876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0482879"/>
        <c:crosses val="autoZero"/>
        <c:auto val="1"/>
        <c:lblAlgn val="ctr"/>
        <c:lblOffset val="100"/>
        <c:noMultiLvlLbl val="0"/>
      </c:catAx>
      <c:valAx>
        <c:axId val="13004828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04876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[Zomato updated.xlsx]Cuisine_Analysis!price</c:name>
    <c:fmtId val="2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Price range vs No of Restaurants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4.4564698392487667E-2"/>
          <c:y val="0.34748160724391625"/>
          <c:w val="0.79928340566533118"/>
          <c:h val="0.526457495020253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Cuisine_Analysis!$O$116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50000"/>
                    <a:satMod val="300000"/>
                  </a:schemeClr>
                </a:gs>
                <a:gs pos="35000">
                  <a:schemeClr val="accent1">
                    <a:tint val="37000"/>
                    <a:satMod val="300000"/>
                  </a:schemeClr>
                </a:gs>
                <a:gs pos="100000">
                  <a:schemeClr val="accent1">
                    <a:tint val="15000"/>
                    <a:satMod val="350000"/>
                  </a:schemeClr>
                </a:gs>
              </a:gsLst>
              <a:lin ang="16200000" scaled="1"/>
            </a:gradFill>
            <a:ln w="9525" cap="flat" cmpd="sng" algn="ctr">
              <a:solidFill>
                <a:schemeClr val="accent1">
                  <a:shade val="95000"/>
                </a:schemeClr>
              </a:solidFill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Cuisine_Analysis!$N$117:$N$121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Cuisine_Analysis!$O$117:$O$121</c:f>
              <c:numCache>
                <c:formatCode>General</c:formatCode>
                <c:ptCount val="4"/>
                <c:pt idx="0">
                  <c:v>7</c:v>
                </c:pt>
                <c:pt idx="1">
                  <c:v>42</c:v>
                </c:pt>
                <c:pt idx="2">
                  <c:v>93</c:v>
                </c:pt>
                <c:pt idx="3">
                  <c:v>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55-4839-8B5D-57AEB53DAB38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139481264"/>
        <c:axId val="1139481744"/>
      </c:barChart>
      <c:catAx>
        <c:axId val="1139481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481744"/>
        <c:crosses val="autoZero"/>
        <c:auto val="1"/>
        <c:lblAlgn val="ctr"/>
        <c:lblOffset val="100"/>
        <c:noMultiLvlLbl val="0"/>
      </c:catAx>
      <c:valAx>
        <c:axId val="11394817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4812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[Zomato updated varun.xlsx]Sheet6!PivotTable17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 Cost vs Rating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Sheet6!$B$3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Sheet6!$A$4:$A$11</c:f>
              <c:strCache>
                <c:ptCount val="7"/>
                <c:pt idx="0">
                  <c:v>2.5</c:v>
                </c:pt>
                <c:pt idx="1">
                  <c:v>3</c:v>
                </c:pt>
                <c:pt idx="2">
                  <c:v>3.5</c:v>
                </c:pt>
                <c:pt idx="3">
                  <c:v>4</c:v>
                </c:pt>
                <c:pt idx="4">
                  <c:v>4.1</c:v>
                </c:pt>
                <c:pt idx="5">
                  <c:v>4.5</c:v>
                </c:pt>
                <c:pt idx="6">
                  <c:v>4.9</c:v>
                </c:pt>
              </c:strCache>
            </c:strRef>
          </c:cat>
          <c:val>
            <c:numRef>
              <c:f>Sheet6!$B$4:$B$11</c:f>
              <c:numCache>
                <c:formatCode>[$INR]\ #,##0.00</c:formatCode>
                <c:ptCount val="7"/>
                <c:pt idx="0">
                  <c:v>540</c:v>
                </c:pt>
                <c:pt idx="1">
                  <c:v>1705</c:v>
                </c:pt>
                <c:pt idx="2">
                  <c:v>1579</c:v>
                </c:pt>
                <c:pt idx="3">
                  <c:v>2707.0555555555557</c:v>
                </c:pt>
                <c:pt idx="4">
                  <c:v>2183.7333333333331</c:v>
                </c:pt>
                <c:pt idx="5">
                  <c:v>2241.2916666666665</c:v>
                </c:pt>
                <c:pt idx="6">
                  <c:v>2083.4285714285716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B80-4371-B116-2AE7B94A455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51900799"/>
        <c:axId val="151903679"/>
      </c:lineChart>
      <c:catAx>
        <c:axId val="1519007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903679"/>
        <c:crosses val="autoZero"/>
        <c:auto val="1"/>
        <c:lblAlgn val="ctr"/>
        <c:lblOffset val="100"/>
        <c:noMultiLvlLbl val="0"/>
      </c:catAx>
      <c:valAx>
        <c:axId val="1519036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[$INR]\ 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9007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[Zomato updated varun (version 2).xlsx]Sheet6!PivotTable13</c:name>
    <c:fmtId val="3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Top 10 cuisines</a:t>
            </a:r>
          </a:p>
        </c:rich>
      </c:tx>
      <c:layout>
        <c:manualLayout>
          <c:xMode val="edge"/>
          <c:yMode val="edge"/>
          <c:x val="0.43138335156789231"/>
          <c:y val="0.1183804605946960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circle"/>
          <c:size val="6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19050"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19050"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5"/>
        <c:spPr>
          <a:solidFill>
            <a:schemeClr val="accent1"/>
          </a:solidFill>
          <a:ln w="19050"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6"/>
        <c:spPr>
          <a:solidFill>
            <a:schemeClr val="accent1"/>
          </a:solidFill>
          <a:ln w="19050"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7"/>
        <c:spPr>
          <a:solidFill>
            <a:schemeClr val="accent1"/>
          </a:solidFill>
          <a:ln w="19050"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8"/>
        <c:spPr>
          <a:solidFill>
            <a:schemeClr val="accent1"/>
          </a:solidFill>
          <a:ln w="19050"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9"/>
        <c:spPr>
          <a:solidFill>
            <a:schemeClr val="accent1"/>
          </a:solidFill>
          <a:ln w="19050"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0"/>
        <c:spPr>
          <a:solidFill>
            <a:schemeClr val="accent1"/>
          </a:solidFill>
          <a:ln w="19050"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1"/>
        <c:spPr>
          <a:solidFill>
            <a:schemeClr val="accent1"/>
          </a:solidFill>
          <a:ln w="19050"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2"/>
        <c:spPr>
          <a:solidFill>
            <a:schemeClr val="accent1"/>
          </a:solidFill>
          <a:ln w="19050"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3"/>
        <c:spPr>
          <a:solidFill>
            <a:schemeClr val="accent1"/>
          </a:solidFill>
          <a:ln w="19050"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4"/>
        <c:spPr>
          <a:solidFill>
            <a:schemeClr val="accent1"/>
          </a:solidFill>
          <a:ln w="19050"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19050"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6"/>
        <c:spPr>
          <a:solidFill>
            <a:schemeClr val="accent1"/>
          </a:solidFill>
          <a:ln w="19050"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7"/>
        <c:spPr>
          <a:solidFill>
            <a:schemeClr val="accent1"/>
          </a:solidFill>
          <a:ln w="19050"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8"/>
        <c:spPr>
          <a:solidFill>
            <a:schemeClr val="accent1"/>
          </a:solidFill>
          <a:ln w="19050"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19"/>
        <c:spPr>
          <a:solidFill>
            <a:schemeClr val="accent1"/>
          </a:solidFill>
          <a:ln w="19050"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20"/>
        <c:spPr>
          <a:solidFill>
            <a:schemeClr val="accent1"/>
          </a:solidFill>
          <a:ln w="19050"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21"/>
        <c:spPr>
          <a:solidFill>
            <a:schemeClr val="accent1"/>
          </a:solidFill>
          <a:ln w="19050"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22"/>
        <c:spPr>
          <a:solidFill>
            <a:schemeClr val="accent1"/>
          </a:solidFill>
          <a:ln w="19050"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23"/>
        <c:spPr>
          <a:solidFill>
            <a:schemeClr val="accent1"/>
          </a:solidFill>
          <a:ln w="19050"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  <c:pivotFmt>
        <c:idx val="24"/>
        <c:spPr>
          <a:solidFill>
            <a:schemeClr val="accent1"/>
          </a:solidFill>
          <a:ln w="19050">
            <a:noFill/>
          </a:ln>
          <a:effectLst/>
          <a:scene3d>
            <a:camera prst="orthographicFront"/>
            <a:lightRig rig="brightRoom" dir="t"/>
          </a:scene3d>
          <a:sp3d prstMaterial="flat">
            <a:bevelT w="50800" h="101600" prst="angle"/>
            <a:contourClr>
              <a:srgbClr val="000000"/>
            </a:contourClr>
          </a:sp3d>
        </c:spPr>
      </c:pivotFmt>
    </c:pivotFmts>
    <c:plotArea>
      <c:layout>
        <c:manualLayout>
          <c:layoutTarget val="inner"/>
          <c:xMode val="edge"/>
          <c:yMode val="edge"/>
          <c:x val="0.13243752263672581"/>
          <c:y val="0.17207593533436602"/>
          <c:w val="0.39510322346975735"/>
          <c:h val="0.78576730414882479"/>
        </c:manualLayout>
      </c:layout>
      <c:doughnutChart>
        <c:varyColors val="1"/>
        <c:ser>
          <c:idx val="0"/>
          <c:order val="0"/>
          <c:tx>
            <c:strRef>
              <c:f>Sheet6!$B$3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49B-45C0-9F64-4C48D98750B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49B-45C0-9F64-4C48D98750B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49B-45C0-9F64-4C48D98750B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49B-45C0-9F64-4C48D98750B5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149B-45C0-9F64-4C48D98750B5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149B-45C0-9F64-4C48D98750B5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149B-45C0-9F64-4C48D98750B5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149B-45C0-9F64-4C48D98750B5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149B-45C0-9F64-4C48D98750B5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3-149B-45C0-9F64-4C48D98750B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Sheet6!$A$4:$A$14</c:f>
              <c:strCache>
                <c:ptCount val="10"/>
                <c:pt idx="0">
                  <c:v>Cafe</c:v>
                </c:pt>
                <c:pt idx="1">
                  <c:v>Indian</c:v>
                </c:pt>
                <c:pt idx="2">
                  <c:v>Kebab, Turkish Pizza</c:v>
                </c:pt>
                <c:pt idx="3">
                  <c:v>Italian</c:v>
                </c:pt>
                <c:pt idx="4">
                  <c:v>Chinese</c:v>
                </c:pt>
                <c:pt idx="5">
                  <c:v>American</c:v>
                </c:pt>
                <c:pt idx="6">
                  <c:v>Filipino</c:v>
                </c:pt>
                <c:pt idx="7">
                  <c:v>European</c:v>
                </c:pt>
                <c:pt idx="8">
                  <c:v>Asian</c:v>
                </c:pt>
                <c:pt idx="9">
                  <c:v>Desserts</c:v>
                </c:pt>
              </c:strCache>
            </c:strRef>
          </c:cat>
          <c:val>
            <c:numRef>
              <c:f>Sheet6!$B$4:$B$14</c:f>
              <c:numCache>
                <c:formatCode>General</c:formatCode>
                <c:ptCount val="10"/>
                <c:pt idx="0">
                  <c:v>14</c:v>
                </c:pt>
                <c:pt idx="1">
                  <c:v>5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149B-45C0-9F64-4C48D98750B5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[Zomato updated.xlsx]Cuisine_Analysis!online deivery</c:name>
    <c:fmtId val="2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Has Online Delivery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none"/>
        </c:marke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none"/>
        </c:marke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none"/>
        </c:marke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none"/>
        </c:marke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none"/>
        </c:marke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none"/>
        </c:marker>
        <c:dLbl>
          <c:idx val="0"/>
          <c:spPr>
            <a:pattFill prst="pct75">
              <a:fgClr>
                <a:srgbClr val="000000">
                  <a:lumMod val="75000"/>
                  <a:lumOff val="25000"/>
                </a:srgbClr>
              </a:fgClr>
              <a:bgClr>
                <a:srgbClr val="000000">
                  <a:lumMod val="65000"/>
                  <a:lumOff val="35000"/>
                </a:srgb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2.2222042388586323E-3"/>
          <c:y val="0.30061765281354602"/>
          <c:w val="0.66987391019148457"/>
          <c:h val="0.64030591100924417"/>
        </c:manualLayout>
      </c:layout>
      <c:pie3DChart>
        <c:varyColors val="1"/>
        <c:ser>
          <c:idx val="0"/>
          <c:order val="0"/>
          <c:tx>
            <c:strRef>
              <c:f>Cuisine_Analysis!$B$41</c:f>
              <c:strCache>
                <c:ptCount val="1"/>
                <c:pt idx="0">
                  <c:v>No of restaurants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1F97-400C-8005-F942B22F4CD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Cuisine_Analysis!$A$42</c:f>
              <c:strCache>
                <c:ptCount val="1"/>
                <c:pt idx="0">
                  <c:v>No</c:v>
                </c:pt>
              </c:strCache>
            </c:strRef>
          </c:cat>
          <c:val>
            <c:numRef>
              <c:f>Cuisine_Analysis!$B$42</c:f>
              <c:numCache>
                <c:formatCode>General</c:formatCode>
                <c:ptCount val="1"/>
                <c:pt idx="0">
                  <c:v>205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F97-400C-8005-F942B22F4CD5}"/>
            </c:ext>
          </c:extLst>
        </c:ser>
        <c:ser>
          <c:idx val="1"/>
          <c:order val="1"/>
          <c:tx>
            <c:strRef>
              <c:f>Cuisine_Analysis!$C$41</c:f>
              <c:strCache>
                <c:ptCount val="1"/>
                <c:pt idx="0">
                  <c:v>Average Rating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4-1F97-400C-8005-F942B22F4CD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Cuisine_Analysis!$A$42</c:f>
              <c:strCache>
                <c:ptCount val="1"/>
                <c:pt idx="0">
                  <c:v>No</c:v>
                </c:pt>
              </c:strCache>
            </c:strRef>
          </c:cat>
          <c:val>
            <c:numRef>
              <c:f>Cuisine_Analysis!$C$42</c:f>
              <c:numCache>
                <c:formatCode>General</c:formatCode>
                <c:ptCount val="1"/>
                <c:pt idx="0">
                  <c:v>4.084878048780487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F97-400C-8005-F942B22F4CD5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[Zomato updated varun (version 2).xlsx]Cuisine_Analysis!PivotTable3</c:name>
    <c:fmtId val="2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Has Table Booking</a:t>
            </a:r>
          </a:p>
        </c:rich>
      </c:tx>
      <c:layout>
        <c:manualLayout>
          <c:xMode val="edge"/>
          <c:yMode val="edge"/>
          <c:x val="0.21021181832276051"/>
          <c:y val="0.1061857757436201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</c:pivotFmt>
      <c:pivotFmt>
        <c:idx val="4"/>
      </c:pivotFmt>
      <c:pivotFmt>
        <c:idx val="5"/>
        <c:dLbl>
          <c:idx val="0"/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</c:pivotFmt>
      <c:pivotFmt>
        <c:idx val="7"/>
      </c:pivotFmt>
      <c:pivotFmt>
        <c:idx val="8"/>
        <c:spPr>
          <a:solidFill>
            <a:schemeClr val="accent1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marker>
          <c:symbol val="circle"/>
          <c:size val="6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spc="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dLbl>
          <c:idx val="0"/>
          <c:layout>
            <c:manualLayout>
              <c:x val="0.16126984126984117"/>
              <c:y val="4.150326797385620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spc="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2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dLbl>
          <c:idx val="0"/>
          <c:layout>
            <c:manualLayout>
              <c:x val="-0.24694444444444444"/>
              <c:y val="4.1503267973856213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spc="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marker>
          <c:symbol val="circle"/>
          <c:size val="6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2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spc="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dLbl>
          <c:idx val="0"/>
          <c:layout>
            <c:manualLayout>
              <c:x val="0.16126984126984117"/>
              <c:y val="4.150326797385620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spc="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dLbl>
          <c:idx val="0"/>
          <c:layout>
            <c:manualLayout>
              <c:x val="-0.24694444444444444"/>
              <c:y val="4.1503267973856213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spc="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xForSave val="1"/>
            </c:ext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xForSave val="1"/>
            </c:ext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spc="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dLbl>
          <c:idx val="0"/>
          <c:layout>
            <c:manualLayout>
              <c:x val="0.16126984126984117"/>
              <c:y val="4.150326797385620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spc="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dLbl>
          <c:idx val="0"/>
          <c:layout>
            <c:manualLayout>
              <c:x val="-0.24694444444444444"/>
              <c:y val="4.1503267973856213E-3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spc="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>
            <a:noFill/>
          </a:ln>
          <a:effectLst>
            <a:outerShdw blurRad="88900" sx="102000" sy="102000" algn="ctr" rotWithShape="0">
              <a:prstClr val="black">
                <a:alpha val="10000"/>
              </a:prstClr>
            </a:outerShdw>
          </a:effectLst>
          <a:scene3d>
            <a:camera prst="orthographicFront"/>
            <a:lightRig rig="threePt" dir="t"/>
          </a:scene3d>
          <a:sp3d>
            <a:bevelT w="127000" h="127000"/>
            <a:bevelB w="127000" h="127000"/>
          </a:sp3d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spc="0" baseline="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Cuisine_Analysis!$B$77</c:f>
              <c:strCache>
                <c:ptCount val="1"/>
                <c:pt idx="0">
                  <c:v>Count of RestaurantID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1-7C14-46B5-AE1A-970D94DBD34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3-7C14-46B5-AE1A-970D94DBD34A}"/>
              </c:ext>
            </c:extLst>
          </c:dPt>
          <c:dLbls>
            <c:dLbl>
              <c:idx val="0"/>
              <c:layout>
                <c:manualLayout>
                  <c:x val="0.16126984126984117"/>
                  <c:y val="4.1503267973856207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C14-46B5-AE1A-970D94DBD34A}"/>
                </c:ext>
              </c:extLst>
            </c:dLbl>
            <c:dLbl>
              <c:idx val="1"/>
              <c:layout>
                <c:manualLayout>
                  <c:x val="-0.24694444444444444"/>
                  <c:y val="4.1503267973856213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C14-46B5-AE1A-970D94DBD34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spc="0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Cuisine_Analysis!$A$78:$A$79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Cuisine_Analysis!$B$78:$B$79</c:f>
              <c:numCache>
                <c:formatCode>General</c:formatCode>
                <c:ptCount val="2"/>
                <c:pt idx="0">
                  <c:v>190</c:v>
                </c:pt>
                <c:pt idx="1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C14-46B5-AE1A-970D94DBD34A}"/>
            </c:ext>
          </c:extLst>
        </c:ser>
        <c:ser>
          <c:idx val="1"/>
          <c:order val="1"/>
          <c:tx>
            <c:strRef>
              <c:f>Cuisine_Analysis!$C$77</c:f>
              <c:strCache>
                <c:ptCount val="1"/>
                <c:pt idx="0">
                  <c:v>Average of Rating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6-7C14-46B5-AE1A-970D94DBD34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08-7C14-46B5-AE1A-970D94DBD34A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6-7C14-46B5-AE1A-970D94DBD34A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8-7C14-46B5-AE1A-970D94DBD34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spc="0" baseline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Cuisine_Analysis!$A$78:$A$79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Cuisine_Analysis!$C$78:$C$79</c:f>
              <c:numCache>
                <c:formatCode>General</c:formatCode>
                <c:ptCount val="2"/>
                <c:pt idx="0">
                  <c:v>4.0515789473684203</c:v>
                </c:pt>
                <c:pt idx="1">
                  <c:v>4.5066666666666668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7C14-46B5-AE1A-970D94DBD34A}"/>
            </c:ext>
          </c:extLst>
        </c:ser>
        <c:dLbls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all" spc="15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'Expansion Countries'!$B$1</c:f>
              <c:strCache>
                <c:ptCount val="1"/>
                <c:pt idx="0">
                  <c:v>Current Restaurants</c:v>
                </c:pt>
              </c:strCache>
            </c:strRef>
          </c:tx>
          <c:spPr>
            <a:pattFill prst="narVert">
              <a:fgClr>
                <a:schemeClr val="accent2"/>
              </a:fgClr>
              <a:bgClr>
                <a:schemeClr val="accent2">
                  <a:lumMod val="20000"/>
                  <a:lumOff val="80000"/>
                </a:schemeClr>
              </a:bgClr>
            </a:pattFill>
            <a:ln>
              <a:noFill/>
            </a:ln>
            <a:effectLst>
              <a:innerShdw blurRad="114300">
                <a:schemeClr val="accent2"/>
              </a:inn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'Expansion Countries'!$A$2:$A$10</c:f>
              <c:strCache>
                <c:ptCount val="9"/>
                <c:pt idx="0">
                  <c:v>Canada</c:v>
                </c:pt>
                <c:pt idx="1">
                  <c:v>Qatar</c:v>
                </c:pt>
                <c:pt idx="2">
                  <c:v>Singapore</c:v>
                </c:pt>
                <c:pt idx="3">
                  <c:v>Sri Lanka</c:v>
                </c:pt>
                <c:pt idx="4">
                  <c:v>Indonesia</c:v>
                </c:pt>
                <c:pt idx="5">
                  <c:v>Philleppines</c:v>
                </c:pt>
                <c:pt idx="6">
                  <c:v>Australia</c:v>
                </c:pt>
                <c:pt idx="7">
                  <c:v>Turkey</c:v>
                </c:pt>
                <c:pt idx="8">
                  <c:v>New Zealand</c:v>
                </c:pt>
              </c:strCache>
              <c:extLst/>
            </c:strRef>
          </c:cat>
          <c:val>
            <c:numRef>
              <c:f>'Expansion Countries'!$B$2:$B$10</c:f>
              <c:numCache>
                <c:formatCode>General</c:formatCode>
                <c:ptCount val="9"/>
                <c:pt idx="0">
                  <c:v>4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21</c:v>
                </c:pt>
                <c:pt idx="5">
                  <c:v>22</c:v>
                </c:pt>
                <c:pt idx="6">
                  <c:v>24</c:v>
                </c:pt>
                <c:pt idx="7">
                  <c:v>34</c:v>
                </c:pt>
                <c:pt idx="8">
                  <c:v>40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9CE9-4D50-91F6-ED6F8F62AF80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27"/>
        <c:overlap val="-48"/>
        <c:axId val="1797260095"/>
        <c:axId val="1797257215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'Expansion Countries'!$C$1</c15:sqref>
                        </c15:formulaRef>
                      </c:ext>
                    </c:extLst>
                    <c:strCache>
                      <c:ptCount val="1"/>
                      <c:pt idx="0">
                        <c:v>Competition Level</c:v>
                      </c:pt>
                    </c:strCache>
                  </c:strRef>
                </c:tx>
                <c:spPr>
                  <a:pattFill prst="narVert">
                    <a:fgClr>
                      <a:schemeClr val="accent4"/>
                    </a:fgClr>
                    <a:bgClr>
                      <a:schemeClr val="accent4">
                        <a:lumMod val="20000"/>
                        <a:lumOff val="80000"/>
                      </a:schemeClr>
                    </a:bgClr>
                  </a:pattFill>
                  <a:ln>
                    <a:noFill/>
                  </a:ln>
                  <a:effectLst>
                    <a:innerShdw blurRad="114300">
                      <a:schemeClr val="accent4"/>
                    </a:innerShdw>
                  </a:effectLst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in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'Expansion Countries'!$A$2:$A$10</c15:sqref>
                        </c15:formulaRef>
                      </c:ext>
                    </c:extLst>
                    <c:strCache>
                      <c:ptCount val="9"/>
                      <c:pt idx="0">
                        <c:v>Canada</c:v>
                      </c:pt>
                      <c:pt idx="1">
                        <c:v>Qatar</c:v>
                      </c:pt>
                      <c:pt idx="2">
                        <c:v>Singapore</c:v>
                      </c:pt>
                      <c:pt idx="3">
                        <c:v>Sri Lanka</c:v>
                      </c:pt>
                      <c:pt idx="4">
                        <c:v>Indonesia</c:v>
                      </c:pt>
                      <c:pt idx="5">
                        <c:v>Philleppines</c:v>
                      </c:pt>
                      <c:pt idx="6">
                        <c:v>Australia</c:v>
                      </c:pt>
                      <c:pt idx="7">
                        <c:v>Turkey</c:v>
                      </c:pt>
                      <c:pt idx="8">
                        <c:v>New Zealand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'Expansion Countries'!$C$2:$C$10</c15:sqref>
                        </c15:formulaRef>
                      </c:ext>
                    </c:extLst>
                    <c:numCache>
                      <c:formatCode>General</c:formatCode>
                      <c:ptCount val="9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9CE9-4D50-91F6-ED6F8F62AF80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'Expansion Countries'!$D$1</c15:sqref>
                        </c15:formulaRef>
                      </c:ext>
                    </c:extLst>
                    <c:strCache>
                      <c:ptCount val="1"/>
                      <c:pt idx="0">
                        <c:v>Recommendation</c:v>
                      </c:pt>
                    </c:strCache>
                  </c:strRef>
                </c:tx>
                <c:spPr>
                  <a:pattFill prst="narVert">
                    <a:fgClr>
                      <a:schemeClr val="accent6"/>
                    </a:fgClr>
                    <a:bgClr>
                      <a:schemeClr val="accent6">
                        <a:lumMod val="20000"/>
                        <a:lumOff val="80000"/>
                      </a:schemeClr>
                    </a:bgClr>
                  </a:pattFill>
                  <a:ln>
                    <a:noFill/>
                  </a:ln>
                  <a:effectLst>
                    <a:innerShdw blurRad="114300">
                      <a:schemeClr val="accent6"/>
                    </a:innerShdw>
                  </a:effectLst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in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'Expansion Countries'!$A$2:$A$10</c15:sqref>
                        </c15:formulaRef>
                      </c:ext>
                    </c:extLst>
                    <c:strCache>
                      <c:ptCount val="9"/>
                      <c:pt idx="0">
                        <c:v>Canada</c:v>
                      </c:pt>
                      <c:pt idx="1">
                        <c:v>Qatar</c:v>
                      </c:pt>
                      <c:pt idx="2">
                        <c:v>Singapore</c:v>
                      </c:pt>
                      <c:pt idx="3">
                        <c:v>Sri Lanka</c:v>
                      </c:pt>
                      <c:pt idx="4">
                        <c:v>Indonesia</c:v>
                      </c:pt>
                      <c:pt idx="5">
                        <c:v>Philleppines</c:v>
                      </c:pt>
                      <c:pt idx="6">
                        <c:v>Australia</c:v>
                      </c:pt>
                      <c:pt idx="7">
                        <c:v>Turkey</c:v>
                      </c:pt>
                      <c:pt idx="8">
                        <c:v>New Zealand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'Expansion Countries'!$D$2:$D$10</c15:sqref>
                        </c15:formulaRef>
                      </c:ext>
                    </c:extLst>
                    <c:numCache>
                      <c:formatCode>General</c:formatCode>
                      <c:ptCount val="9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0</c:v>
                      </c:pt>
                      <c:pt idx="4">
                        <c:v>0</c:v>
                      </c:pt>
                      <c:pt idx="5">
                        <c:v>0</c:v>
                      </c:pt>
                      <c:pt idx="6">
                        <c:v>0</c:v>
                      </c:pt>
                      <c:pt idx="7">
                        <c:v>0</c:v>
                      </c:pt>
                      <c:pt idx="8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9CE9-4D50-91F6-ED6F8F62AF80}"/>
                  </c:ext>
                </c:extLst>
              </c15:ser>
            </c15:filteredBarSeries>
          </c:ext>
        </c:extLst>
      </c:barChart>
      <c:catAx>
        <c:axId val="179726009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7257215"/>
        <c:crosses val="autoZero"/>
        <c:auto val="1"/>
        <c:lblAlgn val="ctr"/>
        <c:lblOffset val="100"/>
        <c:noMultiLvlLbl val="0"/>
      </c:catAx>
      <c:valAx>
        <c:axId val="17972572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972600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Vert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narVert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AC6E662F-AE44-0D40-104F-E893F5397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>
            <a:extLst>
              <a:ext uri="{FF2B5EF4-FFF2-40B4-BE49-F238E27FC236}">
                <a16:creationId xmlns:a16="http://schemas.microsoft.com/office/drawing/2014/main" id="{42BD3173-B73A-76FC-AB15-0006A1208C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2:notes">
            <a:extLst>
              <a:ext uri="{FF2B5EF4-FFF2-40B4-BE49-F238E27FC236}">
                <a16:creationId xmlns:a16="http://schemas.microsoft.com/office/drawing/2014/main" id="{D760C3B2-B50A-5988-67EB-132D4354BB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39491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A8C85258-05F9-E4FF-10F0-36699B64B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>
            <a:extLst>
              <a:ext uri="{FF2B5EF4-FFF2-40B4-BE49-F238E27FC236}">
                <a16:creationId xmlns:a16="http://schemas.microsoft.com/office/drawing/2014/main" id="{F47609BE-D9A8-AF85-37AE-911511E2EC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86C58A31-3075-AF1C-BB35-A26A569B5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60615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613FE76C-6051-4D39-EBBE-1D91D5421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>
            <a:extLst>
              <a:ext uri="{FF2B5EF4-FFF2-40B4-BE49-F238E27FC236}">
                <a16:creationId xmlns:a16="http://schemas.microsoft.com/office/drawing/2014/main" id="{FD3D6DE4-FC64-0045-1694-620AA69B9A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E4CEFA0F-0ADE-F585-A0DB-9B741401DB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22336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21182621-505F-1D16-E38E-611898194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>
            <a:extLst>
              <a:ext uri="{FF2B5EF4-FFF2-40B4-BE49-F238E27FC236}">
                <a16:creationId xmlns:a16="http://schemas.microsoft.com/office/drawing/2014/main" id="{69830809-8572-B69B-E418-73DEF2DFA2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4C789710-1958-BFFB-68D0-7AD4720F45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22185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D3DD700B-DE23-5F8C-FFDC-D4D44FCBD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>
            <a:extLst>
              <a:ext uri="{FF2B5EF4-FFF2-40B4-BE49-F238E27FC236}">
                <a16:creationId xmlns:a16="http://schemas.microsoft.com/office/drawing/2014/main" id="{DBD97B4C-5400-DF85-6292-9E82062D7A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EA7D14A6-AC47-CB27-D615-4BEF5AFF07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0576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FABBA874-1F8A-F00B-0B98-389B2D11E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>
            <a:extLst>
              <a:ext uri="{FF2B5EF4-FFF2-40B4-BE49-F238E27FC236}">
                <a16:creationId xmlns:a16="http://schemas.microsoft.com/office/drawing/2014/main" id="{302B73CE-A8D3-B069-64D8-5C4139104D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9F951030-91A3-8650-30B6-0DE52ACB7B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86935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3BDF5102-6199-A70E-6CE5-ED132A591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>
            <a:extLst>
              <a:ext uri="{FF2B5EF4-FFF2-40B4-BE49-F238E27FC236}">
                <a16:creationId xmlns:a16="http://schemas.microsoft.com/office/drawing/2014/main" id="{D7115B8F-2DA0-B6BF-E175-7B7BEEDB58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5:notes">
            <a:extLst>
              <a:ext uri="{FF2B5EF4-FFF2-40B4-BE49-F238E27FC236}">
                <a16:creationId xmlns:a16="http://schemas.microsoft.com/office/drawing/2014/main" id="{EF7F4A10-0716-C63E-3E8E-E956DADE09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201509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"/>
          <p:cNvSpPr txBox="1">
            <a:spLocks noGrp="1"/>
          </p:cNvSpPr>
          <p:nvPr>
            <p:ph type="title"/>
          </p:nvPr>
        </p:nvSpPr>
        <p:spPr>
          <a:xfrm>
            <a:off x="971550" y="1327150"/>
            <a:ext cx="4328429" cy="1887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Poppins"/>
              <a:buNone/>
              <a:defRPr sz="6000" b="1" i="0" u="none" strike="noStrike" cap="non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 txBox="1">
            <a:spLocks noGrp="1"/>
          </p:cNvSpPr>
          <p:nvPr>
            <p:ph type="title"/>
          </p:nvPr>
        </p:nvSpPr>
        <p:spPr>
          <a:xfrm>
            <a:off x="713072" y="653882"/>
            <a:ext cx="3810802" cy="511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7" name="Google Shape;47;p3"/>
          <p:cNvSpPr txBox="1">
            <a:spLocks noGrp="1"/>
          </p:cNvSpPr>
          <p:nvPr>
            <p:ph type="body" idx="1"/>
          </p:nvPr>
        </p:nvSpPr>
        <p:spPr>
          <a:xfrm>
            <a:off x="1375977" y="1636046"/>
            <a:ext cx="3330776" cy="288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body" idx="2"/>
          </p:nvPr>
        </p:nvSpPr>
        <p:spPr>
          <a:xfrm>
            <a:off x="1383998" y="2394836"/>
            <a:ext cx="3330776" cy="288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3"/>
          <p:cNvSpPr txBox="1">
            <a:spLocks noGrp="1"/>
          </p:cNvSpPr>
          <p:nvPr>
            <p:ph type="body" idx="3"/>
          </p:nvPr>
        </p:nvSpPr>
        <p:spPr>
          <a:xfrm>
            <a:off x="1382393" y="3150597"/>
            <a:ext cx="4084756" cy="288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3"/>
          <p:cNvSpPr txBox="1">
            <a:spLocks noGrp="1"/>
          </p:cNvSpPr>
          <p:nvPr>
            <p:ph type="body" idx="4"/>
          </p:nvPr>
        </p:nvSpPr>
        <p:spPr>
          <a:xfrm>
            <a:off x="1380788" y="3909389"/>
            <a:ext cx="2392314" cy="288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3"/>
          <p:cNvSpPr txBox="1">
            <a:spLocks noGrp="1"/>
          </p:cNvSpPr>
          <p:nvPr>
            <p:ph type="body" idx="5"/>
          </p:nvPr>
        </p:nvSpPr>
        <p:spPr>
          <a:xfrm>
            <a:off x="1376997" y="4668181"/>
            <a:ext cx="4465538" cy="288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3"/>
          <p:cNvSpPr txBox="1">
            <a:spLocks noGrp="1"/>
          </p:cNvSpPr>
          <p:nvPr>
            <p:ph type="body" idx="6"/>
          </p:nvPr>
        </p:nvSpPr>
        <p:spPr>
          <a:xfrm>
            <a:off x="1385018" y="5417347"/>
            <a:ext cx="3206233" cy="288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"/>
          <p:cNvSpPr txBox="1">
            <a:spLocks noGrp="1"/>
          </p:cNvSpPr>
          <p:nvPr>
            <p:ph type="title"/>
          </p:nvPr>
        </p:nvSpPr>
        <p:spPr>
          <a:xfrm>
            <a:off x="711200" y="1825625"/>
            <a:ext cx="2070100" cy="511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 txBox="1">
            <a:spLocks noGrp="1"/>
          </p:cNvSpPr>
          <p:nvPr>
            <p:ph type="title"/>
          </p:nvPr>
        </p:nvSpPr>
        <p:spPr>
          <a:xfrm>
            <a:off x="698500" y="593725"/>
            <a:ext cx="6159500" cy="927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>
  <p:cSld name="1_Title 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"/>
          <p:cNvSpPr txBox="1">
            <a:spLocks noGrp="1"/>
          </p:cNvSpPr>
          <p:nvPr>
            <p:ph type="title"/>
          </p:nvPr>
        </p:nvSpPr>
        <p:spPr>
          <a:xfrm>
            <a:off x="698500" y="592137"/>
            <a:ext cx="6223000" cy="511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>
            <a:spLocks noGrp="1"/>
          </p:cNvSpPr>
          <p:nvPr>
            <p:ph type="title"/>
          </p:nvPr>
        </p:nvSpPr>
        <p:spPr>
          <a:xfrm>
            <a:off x="714375" y="501650"/>
            <a:ext cx="5305425" cy="511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body" idx="1"/>
          </p:nvPr>
        </p:nvSpPr>
        <p:spPr>
          <a:xfrm>
            <a:off x="1296889" y="2499861"/>
            <a:ext cx="227091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7"/>
          <p:cNvSpPr txBox="1">
            <a:spLocks noGrp="1"/>
          </p:cNvSpPr>
          <p:nvPr>
            <p:ph type="body" idx="2"/>
          </p:nvPr>
        </p:nvSpPr>
        <p:spPr>
          <a:xfrm>
            <a:off x="4784294" y="2493493"/>
            <a:ext cx="227091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body" idx="3"/>
          </p:nvPr>
        </p:nvSpPr>
        <p:spPr>
          <a:xfrm>
            <a:off x="4785549" y="4722166"/>
            <a:ext cx="227091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body" idx="4"/>
          </p:nvPr>
        </p:nvSpPr>
        <p:spPr>
          <a:xfrm>
            <a:off x="1289080" y="4729310"/>
            <a:ext cx="227091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wo Content">
  <p:cSld name="2_Two Conte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 txBox="1">
            <a:spLocks noGrp="1"/>
          </p:cNvSpPr>
          <p:nvPr>
            <p:ph type="title"/>
          </p:nvPr>
        </p:nvSpPr>
        <p:spPr>
          <a:xfrm>
            <a:off x="693823" y="721260"/>
            <a:ext cx="7612781" cy="511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8"/>
          <p:cNvSpPr txBox="1">
            <a:spLocks noGrp="1"/>
          </p:cNvSpPr>
          <p:nvPr>
            <p:ph type="body" idx="1"/>
          </p:nvPr>
        </p:nvSpPr>
        <p:spPr>
          <a:xfrm>
            <a:off x="972921" y="3715585"/>
            <a:ext cx="1548898" cy="308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8"/>
          <p:cNvSpPr txBox="1">
            <a:spLocks noGrp="1"/>
          </p:cNvSpPr>
          <p:nvPr>
            <p:ph type="body" idx="2"/>
          </p:nvPr>
        </p:nvSpPr>
        <p:spPr>
          <a:xfrm>
            <a:off x="3213201" y="3723205"/>
            <a:ext cx="1548898" cy="308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8"/>
          <p:cNvSpPr txBox="1">
            <a:spLocks noGrp="1"/>
          </p:cNvSpPr>
          <p:nvPr>
            <p:ph type="body" idx="3"/>
          </p:nvPr>
        </p:nvSpPr>
        <p:spPr>
          <a:xfrm>
            <a:off x="759560" y="5536765"/>
            <a:ext cx="1976019" cy="308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8"/>
          <p:cNvSpPr txBox="1">
            <a:spLocks noGrp="1"/>
          </p:cNvSpPr>
          <p:nvPr>
            <p:ph type="body" idx="4"/>
          </p:nvPr>
        </p:nvSpPr>
        <p:spPr>
          <a:xfrm>
            <a:off x="2999840" y="5536765"/>
            <a:ext cx="1976019" cy="308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0C0C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0C0C0C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wo Content">
  <p:cSld name="3_Two Conten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"/>
          <p:cNvSpPr txBox="1">
            <a:spLocks noGrp="1"/>
          </p:cNvSpPr>
          <p:nvPr>
            <p:ph type="title"/>
          </p:nvPr>
        </p:nvSpPr>
        <p:spPr>
          <a:xfrm>
            <a:off x="695326" y="755650"/>
            <a:ext cx="6115050" cy="511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body" idx="1"/>
          </p:nvPr>
        </p:nvSpPr>
        <p:spPr>
          <a:xfrm>
            <a:off x="1057275" y="3076575"/>
            <a:ext cx="2114550" cy="288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C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body" idx="2"/>
          </p:nvPr>
        </p:nvSpPr>
        <p:spPr>
          <a:xfrm>
            <a:off x="4149725" y="3076575"/>
            <a:ext cx="2114550" cy="288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C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t with Caption">
  <p:cSld name="1_Content with Ca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>
            <a:spLocks noGrp="1"/>
          </p:cNvSpPr>
          <p:nvPr>
            <p:ph type="title"/>
          </p:nvPr>
        </p:nvSpPr>
        <p:spPr>
          <a:xfrm>
            <a:off x="722697" y="2933992"/>
            <a:ext cx="4366901" cy="990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Poppins"/>
              <a:buNone/>
              <a:defRPr sz="6000" b="1" i="0" u="none" strike="noStrike" cap="non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body" idx="1"/>
          </p:nvPr>
        </p:nvSpPr>
        <p:spPr>
          <a:xfrm>
            <a:off x="702177" y="3830119"/>
            <a:ext cx="3869824" cy="286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 rot="10800000" flipH="1">
            <a:off x="-4763" y="6308632"/>
            <a:ext cx="24521" cy="277906"/>
          </a:xfrm>
          <a:custGeom>
            <a:avLst/>
            <a:gdLst/>
            <a:ahLst/>
            <a:cxnLst/>
            <a:rect l="l" t="t" r="r" b="b"/>
            <a:pathLst>
              <a:path w="24521" h="277906" extrusionOk="0">
                <a:moveTo>
                  <a:pt x="24522" y="0"/>
                </a:moveTo>
                <a:cubicBezTo>
                  <a:pt x="24069" y="5605"/>
                  <a:pt x="23263" y="11249"/>
                  <a:pt x="23263" y="16854"/>
                </a:cubicBezTo>
                <a:cubicBezTo>
                  <a:pt x="23213" y="285793"/>
                  <a:pt x="23213" y="-9087"/>
                  <a:pt x="23213" y="259852"/>
                </a:cubicBezTo>
                <a:lnTo>
                  <a:pt x="23213" y="276826"/>
                </a:lnTo>
                <a:cubicBezTo>
                  <a:pt x="14149" y="277266"/>
                  <a:pt x="7100" y="277586"/>
                  <a:pt x="0" y="277906"/>
                </a:cubicBezTo>
                <a:cubicBezTo>
                  <a:pt x="0" y="-2682"/>
                  <a:pt x="0" y="280589"/>
                  <a:pt x="0" y="0"/>
                </a:cubicBezTo>
                <a:cubicBezTo>
                  <a:pt x="8157" y="0"/>
                  <a:pt x="16314" y="0"/>
                  <a:pt x="2447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/>
          <p:nvPr/>
        </p:nvSpPr>
        <p:spPr>
          <a:xfrm rot="10800000" flipH="1">
            <a:off x="151482" y="6309834"/>
            <a:ext cx="24521" cy="276745"/>
          </a:xfrm>
          <a:custGeom>
            <a:avLst/>
            <a:gdLst/>
            <a:ahLst/>
            <a:cxnLst/>
            <a:rect l="l" t="t" r="r" b="b"/>
            <a:pathLst>
              <a:path w="24521" h="276745" extrusionOk="0">
                <a:moveTo>
                  <a:pt x="24472" y="40"/>
                </a:moveTo>
                <a:cubicBezTo>
                  <a:pt x="24270" y="5284"/>
                  <a:pt x="23867" y="10569"/>
                  <a:pt x="23867" y="15813"/>
                </a:cubicBezTo>
                <a:cubicBezTo>
                  <a:pt x="23867" y="285312"/>
                  <a:pt x="23867" y="-9047"/>
                  <a:pt x="23867" y="260452"/>
                </a:cubicBezTo>
                <a:cubicBezTo>
                  <a:pt x="23867" y="265656"/>
                  <a:pt x="23867" y="270861"/>
                  <a:pt x="23867" y="276745"/>
                </a:cubicBezTo>
                <a:lnTo>
                  <a:pt x="1057" y="276745"/>
                </a:lnTo>
                <a:cubicBezTo>
                  <a:pt x="1057" y="271741"/>
                  <a:pt x="1057" y="266657"/>
                  <a:pt x="1057" y="261573"/>
                </a:cubicBezTo>
                <a:cubicBezTo>
                  <a:pt x="1057" y="-7926"/>
                  <a:pt x="1057" y="286433"/>
                  <a:pt x="1057" y="16934"/>
                </a:cubicBezTo>
                <a:cubicBezTo>
                  <a:pt x="1057" y="11289"/>
                  <a:pt x="352" y="5645"/>
                  <a:pt x="0" y="0"/>
                </a:cubicBezTo>
                <a:lnTo>
                  <a:pt x="2452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"/>
          <p:cNvSpPr/>
          <p:nvPr/>
        </p:nvSpPr>
        <p:spPr>
          <a:xfrm rot="10800000" flipH="1">
            <a:off x="387437" y="6309873"/>
            <a:ext cx="24521" cy="276665"/>
          </a:xfrm>
          <a:custGeom>
            <a:avLst/>
            <a:gdLst/>
            <a:ahLst/>
            <a:cxnLst/>
            <a:rect l="l" t="t" r="r" b="b"/>
            <a:pathLst>
              <a:path w="24521" h="276665" extrusionOk="0">
                <a:moveTo>
                  <a:pt x="24421" y="0"/>
                </a:moveTo>
                <a:cubicBezTo>
                  <a:pt x="24119" y="5244"/>
                  <a:pt x="23565" y="10489"/>
                  <a:pt x="23565" y="15733"/>
                </a:cubicBezTo>
                <a:cubicBezTo>
                  <a:pt x="23565" y="285232"/>
                  <a:pt x="23565" y="-9127"/>
                  <a:pt x="23565" y="260372"/>
                </a:cubicBezTo>
                <a:lnTo>
                  <a:pt x="23565" y="276665"/>
                </a:lnTo>
                <a:lnTo>
                  <a:pt x="705" y="276665"/>
                </a:lnTo>
                <a:lnTo>
                  <a:pt x="705" y="261613"/>
                </a:lnTo>
                <a:cubicBezTo>
                  <a:pt x="705" y="-8287"/>
                  <a:pt x="705" y="285673"/>
                  <a:pt x="705" y="15773"/>
                </a:cubicBezTo>
                <a:cubicBezTo>
                  <a:pt x="705" y="10529"/>
                  <a:pt x="252" y="5284"/>
                  <a:pt x="0" y="0"/>
                </a:cubicBezTo>
                <a:cubicBezTo>
                  <a:pt x="8157" y="0"/>
                  <a:pt x="16314" y="0"/>
                  <a:pt x="2452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 rot="10800000" flipH="1">
            <a:off x="623240" y="6309913"/>
            <a:ext cx="24521" cy="276625"/>
          </a:xfrm>
          <a:custGeom>
            <a:avLst/>
            <a:gdLst/>
            <a:ahLst/>
            <a:cxnLst/>
            <a:rect l="l" t="t" r="r" b="b"/>
            <a:pathLst>
              <a:path w="24521" h="276625" extrusionOk="0">
                <a:moveTo>
                  <a:pt x="24472" y="0"/>
                </a:moveTo>
                <a:cubicBezTo>
                  <a:pt x="24018" y="5645"/>
                  <a:pt x="23213" y="11249"/>
                  <a:pt x="23213" y="16894"/>
                </a:cubicBezTo>
                <a:cubicBezTo>
                  <a:pt x="23162" y="285953"/>
                  <a:pt x="23162" y="-8847"/>
                  <a:pt x="23162" y="260212"/>
                </a:cubicBezTo>
                <a:lnTo>
                  <a:pt x="23162" y="276625"/>
                </a:lnTo>
                <a:lnTo>
                  <a:pt x="504" y="276625"/>
                </a:lnTo>
                <a:cubicBezTo>
                  <a:pt x="504" y="271781"/>
                  <a:pt x="504" y="266657"/>
                  <a:pt x="504" y="261533"/>
                </a:cubicBezTo>
                <a:cubicBezTo>
                  <a:pt x="504" y="-8327"/>
                  <a:pt x="504" y="285633"/>
                  <a:pt x="504" y="15773"/>
                </a:cubicBezTo>
                <a:cubicBezTo>
                  <a:pt x="504" y="10529"/>
                  <a:pt x="151" y="5244"/>
                  <a:pt x="0" y="0"/>
                </a:cubicBezTo>
                <a:cubicBezTo>
                  <a:pt x="8157" y="0"/>
                  <a:pt x="16314" y="0"/>
                  <a:pt x="2452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 rot="10800000" flipH="1">
            <a:off x="779435" y="6309834"/>
            <a:ext cx="24521" cy="276745"/>
          </a:xfrm>
          <a:custGeom>
            <a:avLst/>
            <a:gdLst/>
            <a:ahLst/>
            <a:cxnLst/>
            <a:rect l="l" t="t" r="r" b="b"/>
            <a:pathLst>
              <a:path w="24521" h="276745" extrusionOk="0">
                <a:moveTo>
                  <a:pt x="24472" y="40"/>
                </a:moveTo>
                <a:cubicBezTo>
                  <a:pt x="24270" y="5284"/>
                  <a:pt x="23867" y="10569"/>
                  <a:pt x="23867" y="15813"/>
                </a:cubicBezTo>
                <a:cubicBezTo>
                  <a:pt x="23867" y="285312"/>
                  <a:pt x="23867" y="-9047"/>
                  <a:pt x="23867" y="260452"/>
                </a:cubicBezTo>
                <a:cubicBezTo>
                  <a:pt x="23867" y="265656"/>
                  <a:pt x="23867" y="270861"/>
                  <a:pt x="23867" y="276745"/>
                </a:cubicBezTo>
                <a:lnTo>
                  <a:pt x="1057" y="276745"/>
                </a:lnTo>
                <a:lnTo>
                  <a:pt x="1057" y="261573"/>
                </a:lnTo>
                <a:cubicBezTo>
                  <a:pt x="1057" y="-7926"/>
                  <a:pt x="1057" y="286433"/>
                  <a:pt x="1057" y="16934"/>
                </a:cubicBezTo>
                <a:cubicBezTo>
                  <a:pt x="1057" y="11289"/>
                  <a:pt x="352" y="5645"/>
                  <a:pt x="0" y="0"/>
                </a:cubicBezTo>
                <a:cubicBezTo>
                  <a:pt x="8157" y="0"/>
                  <a:pt x="16314" y="0"/>
                  <a:pt x="2452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 rot="10800000" flipH="1">
            <a:off x="1015390" y="6309873"/>
            <a:ext cx="24521" cy="276665"/>
          </a:xfrm>
          <a:custGeom>
            <a:avLst/>
            <a:gdLst/>
            <a:ahLst/>
            <a:cxnLst/>
            <a:rect l="l" t="t" r="r" b="b"/>
            <a:pathLst>
              <a:path w="24521" h="276665" extrusionOk="0">
                <a:moveTo>
                  <a:pt x="24421" y="0"/>
                </a:moveTo>
                <a:cubicBezTo>
                  <a:pt x="24069" y="5645"/>
                  <a:pt x="23364" y="11289"/>
                  <a:pt x="23364" y="16934"/>
                </a:cubicBezTo>
                <a:cubicBezTo>
                  <a:pt x="23313" y="285993"/>
                  <a:pt x="23364" y="-8767"/>
                  <a:pt x="23364" y="260292"/>
                </a:cubicBezTo>
                <a:lnTo>
                  <a:pt x="23364" y="276665"/>
                </a:lnTo>
                <a:lnTo>
                  <a:pt x="705" y="276665"/>
                </a:lnTo>
                <a:lnTo>
                  <a:pt x="705" y="261573"/>
                </a:lnTo>
                <a:cubicBezTo>
                  <a:pt x="705" y="-8287"/>
                  <a:pt x="705" y="285673"/>
                  <a:pt x="705" y="15813"/>
                </a:cubicBezTo>
                <a:cubicBezTo>
                  <a:pt x="705" y="10569"/>
                  <a:pt x="252" y="5324"/>
                  <a:pt x="0" y="40"/>
                </a:cubicBezTo>
                <a:cubicBezTo>
                  <a:pt x="8157" y="40"/>
                  <a:pt x="16314" y="40"/>
                  <a:pt x="24522" y="4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 rot="10800000" flipH="1">
            <a:off x="1407439" y="6309873"/>
            <a:ext cx="24521" cy="276665"/>
          </a:xfrm>
          <a:custGeom>
            <a:avLst/>
            <a:gdLst/>
            <a:ahLst/>
            <a:cxnLst/>
            <a:rect l="l" t="t" r="r" b="b"/>
            <a:pathLst>
              <a:path w="24521" h="276665" extrusionOk="0">
                <a:moveTo>
                  <a:pt x="24421" y="0"/>
                </a:moveTo>
                <a:cubicBezTo>
                  <a:pt x="24170" y="5244"/>
                  <a:pt x="23716" y="10489"/>
                  <a:pt x="23716" y="15773"/>
                </a:cubicBezTo>
                <a:cubicBezTo>
                  <a:pt x="23716" y="285232"/>
                  <a:pt x="23716" y="-9127"/>
                  <a:pt x="23716" y="260332"/>
                </a:cubicBezTo>
                <a:cubicBezTo>
                  <a:pt x="23716" y="265536"/>
                  <a:pt x="23716" y="270741"/>
                  <a:pt x="23716" y="276665"/>
                </a:cubicBezTo>
                <a:lnTo>
                  <a:pt x="1058" y="276665"/>
                </a:lnTo>
                <a:lnTo>
                  <a:pt x="1058" y="261493"/>
                </a:lnTo>
                <a:cubicBezTo>
                  <a:pt x="1058" y="-7966"/>
                  <a:pt x="1058" y="286393"/>
                  <a:pt x="1058" y="16934"/>
                </a:cubicBezTo>
                <a:cubicBezTo>
                  <a:pt x="1058" y="11289"/>
                  <a:pt x="353" y="5645"/>
                  <a:pt x="0" y="0"/>
                </a:cubicBezTo>
                <a:cubicBezTo>
                  <a:pt x="8157" y="0"/>
                  <a:pt x="16315" y="0"/>
                  <a:pt x="2452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 rot="10800000" flipH="1">
            <a:off x="1643293" y="6309873"/>
            <a:ext cx="24522" cy="276665"/>
          </a:xfrm>
          <a:custGeom>
            <a:avLst/>
            <a:gdLst/>
            <a:ahLst/>
            <a:cxnLst/>
            <a:rect l="l" t="t" r="r" b="b"/>
            <a:pathLst>
              <a:path w="24522" h="276665" extrusionOk="0">
                <a:moveTo>
                  <a:pt x="24472" y="0"/>
                </a:moveTo>
                <a:cubicBezTo>
                  <a:pt x="24119" y="5645"/>
                  <a:pt x="23414" y="11289"/>
                  <a:pt x="23414" y="16934"/>
                </a:cubicBezTo>
                <a:cubicBezTo>
                  <a:pt x="23364" y="286033"/>
                  <a:pt x="23414" y="-8727"/>
                  <a:pt x="23414" y="260332"/>
                </a:cubicBezTo>
                <a:lnTo>
                  <a:pt x="23414" y="276665"/>
                </a:lnTo>
                <a:lnTo>
                  <a:pt x="604" y="276665"/>
                </a:lnTo>
                <a:lnTo>
                  <a:pt x="604" y="261613"/>
                </a:lnTo>
                <a:cubicBezTo>
                  <a:pt x="604" y="-8287"/>
                  <a:pt x="604" y="285673"/>
                  <a:pt x="604" y="15773"/>
                </a:cubicBezTo>
                <a:cubicBezTo>
                  <a:pt x="604" y="10529"/>
                  <a:pt x="201" y="5244"/>
                  <a:pt x="0" y="0"/>
                </a:cubicBezTo>
                <a:cubicBezTo>
                  <a:pt x="8157" y="0"/>
                  <a:pt x="16315" y="0"/>
                  <a:pt x="2452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 rot="10800000" flipH="1">
            <a:off x="1799488" y="6309874"/>
            <a:ext cx="24521" cy="276705"/>
          </a:xfrm>
          <a:custGeom>
            <a:avLst/>
            <a:gdLst/>
            <a:ahLst/>
            <a:cxnLst/>
            <a:rect l="l" t="t" r="r" b="b"/>
            <a:pathLst>
              <a:path w="24521" h="276705" extrusionOk="0">
                <a:moveTo>
                  <a:pt x="24472" y="40"/>
                </a:moveTo>
                <a:cubicBezTo>
                  <a:pt x="24270" y="5284"/>
                  <a:pt x="23968" y="10569"/>
                  <a:pt x="23968" y="15813"/>
                </a:cubicBezTo>
                <a:cubicBezTo>
                  <a:pt x="23968" y="285272"/>
                  <a:pt x="23968" y="-9127"/>
                  <a:pt x="23968" y="260332"/>
                </a:cubicBezTo>
                <a:lnTo>
                  <a:pt x="23968" y="276705"/>
                </a:lnTo>
                <a:lnTo>
                  <a:pt x="1309" y="276705"/>
                </a:lnTo>
                <a:cubicBezTo>
                  <a:pt x="1309" y="271261"/>
                  <a:pt x="1309" y="265736"/>
                  <a:pt x="1309" y="260212"/>
                </a:cubicBezTo>
                <a:cubicBezTo>
                  <a:pt x="1309" y="-8847"/>
                  <a:pt x="1309" y="285953"/>
                  <a:pt x="1259" y="16894"/>
                </a:cubicBezTo>
                <a:cubicBezTo>
                  <a:pt x="1259" y="11249"/>
                  <a:pt x="453" y="5645"/>
                  <a:pt x="0" y="0"/>
                </a:cubicBezTo>
                <a:cubicBezTo>
                  <a:pt x="8157" y="0"/>
                  <a:pt x="16314" y="0"/>
                  <a:pt x="2452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 rot="10800000" flipH="1">
            <a:off x="2035442" y="6309833"/>
            <a:ext cx="24521" cy="276705"/>
          </a:xfrm>
          <a:custGeom>
            <a:avLst/>
            <a:gdLst/>
            <a:ahLst/>
            <a:cxnLst/>
            <a:rect l="l" t="t" r="r" b="b"/>
            <a:pathLst>
              <a:path w="24521" h="276705" extrusionOk="0">
                <a:moveTo>
                  <a:pt x="24421" y="0"/>
                </a:moveTo>
                <a:cubicBezTo>
                  <a:pt x="24170" y="5244"/>
                  <a:pt x="23716" y="10489"/>
                  <a:pt x="23716" y="15773"/>
                </a:cubicBezTo>
                <a:cubicBezTo>
                  <a:pt x="23716" y="285272"/>
                  <a:pt x="23716" y="-9087"/>
                  <a:pt x="23716" y="260412"/>
                </a:cubicBezTo>
                <a:cubicBezTo>
                  <a:pt x="23716" y="265616"/>
                  <a:pt x="23716" y="270781"/>
                  <a:pt x="23716" y="276705"/>
                </a:cubicBezTo>
                <a:lnTo>
                  <a:pt x="856" y="276705"/>
                </a:lnTo>
                <a:lnTo>
                  <a:pt x="856" y="261613"/>
                </a:lnTo>
                <a:cubicBezTo>
                  <a:pt x="856" y="-8287"/>
                  <a:pt x="856" y="285673"/>
                  <a:pt x="856" y="15773"/>
                </a:cubicBezTo>
                <a:cubicBezTo>
                  <a:pt x="856" y="10529"/>
                  <a:pt x="302" y="5284"/>
                  <a:pt x="0" y="40"/>
                </a:cubicBezTo>
                <a:cubicBezTo>
                  <a:pt x="8157" y="40"/>
                  <a:pt x="16315" y="40"/>
                  <a:pt x="24522" y="4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 rot="10800000" flipH="1">
            <a:off x="2271246" y="6309873"/>
            <a:ext cx="24521" cy="276665"/>
          </a:xfrm>
          <a:custGeom>
            <a:avLst/>
            <a:gdLst/>
            <a:ahLst/>
            <a:cxnLst/>
            <a:rect l="l" t="t" r="r" b="b"/>
            <a:pathLst>
              <a:path w="24521" h="276665" extrusionOk="0">
                <a:moveTo>
                  <a:pt x="24472" y="0"/>
                </a:moveTo>
                <a:cubicBezTo>
                  <a:pt x="24119" y="5645"/>
                  <a:pt x="23414" y="11289"/>
                  <a:pt x="23414" y="16934"/>
                </a:cubicBezTo>
                <a:cubicBezTo>
                  <a:pt x="23364" y="286033"/>
                  <a:pt x="23414" y="-8727"/>
                  <a:pt x="23414" y="260332"/>
                </a:cubicBezTo>
                <a:lnTo>
                  <a:pt x="23414" y="276665"/>
                </a:lnTo>
                <a:lnTo>
                  <a:pt x="604" y="276665"/>
                </a:lnTo>
                <a:lnTo>
                  <a:pt x="604" y="261613"/>
                </a:lnTo>
                <a:cubicBezTo>
                  <a:pt x="604" y="-8287"/>
                  <a:pt x="604" y="285673"/>
                  <a:pt x="604" y="15773"/>
                </a:cubicBezTo>
                <a:cubicBezTo>
                  <a:pt x="604" y="10529"/>
                  <a:pt x="201" y="5244"/>
                  <a:pt x="0" y="0"/>
                </a:cubicBezTo>
                <a:cubicBezTo>
                  <a:pt x="8157" y="0"/>
                  <a:pt x="16314" y="0"/>
                  <a:pt x="2452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 rot="10800000" flipH="1">
            <a:off x="2427391" y="6309874"/>
            <a:ext cx="24522" cy="276705"/>
          </a:xfrm>
          <a:custGeom>
            <a:avLst/>
            <a:gdLst/>
            <a:ahLst/>
            <a:cxnLst/>
            <a:rect l="l" t="t" r="r" b="b"/>
            <a:pathLst>
              <a:path w="24522" h="276705" extrusionOk="0">
                <a:moveTo>
                  <a:pt x="24522" y="40"/>
                </a:moveTo>
                <a:cubicBezTo>
                  <a:pt x="24321" y="5284"/>
                  <a:pt x="23918" y="10569"/>
                  <a:pt x="23918" y="15813"/>
                </a:cubicBezTo>
                <a:cubicBezTo>
                  <a:pt x="23918" y="285272"/>
                  <a:pt x="23918" y="-9127"/>
                  <a:pt x="23918" y="260332"/>
                </a:cubicBezTo>
                <a:cubicBezTo>
                  <a:pt x="23918" y="265536"/>
                  <a:pt x="23918" y="270741"/>
                  <a:pt x="23918" y="276705"/>
                </a:cubicBezTo>
                <a:lnTo>
                  <a:pt x="1309" y="276705"/>
                </a:lnTo>
                <a:cubicBezTo>
                  <a:pt x="1309" y="271261"/>
                  <a:pt x="1309" y="265736"/>
                  <a:pt x="1309" y="260212"/>
                </a:cubicBezTo>
                <a:cubicBezTo>
                  <a:pt x="1309" y="-8847"/>
                  <a:pt x="1309" y="285953"/>
                  <a:pt x="1259" y="16894"/>
                </a:cubicBezTo>
                <a:cubicBezTo>
                  <a:pt x="1259" y="11249"/>
                  <a:pt x="453" y="5645"/>
                  <a:pt x="0" y="0"/>
                </a:cubicBezTo>
                <a:cubicBezTo>
                  <a:pt x="8157" y="0"/>
                  <a:pt x="16315" y="0"/>
                  <a:pt x="2452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 rot="10800000" flipH="1">
            <a:off x="74895" y="6309873"/>
            <a:ext cx="21450" cy="276665"/>
          </a:xfrm>
          <a:custGeom>
            <a:avLst/>
            <a:gdLst/>
            <a:ahLst/>
            <a:cxnLst/>
            <a:rect l="l" t="t" r="r" b="b"/>
            <a:pathLst>
              <a:path w="21450" h="276665" extrusionOk="0">
                <a:moveTo>
                  <a:pt x="21450" y="0"/>
                </a:moveTo>
                <a:cubicBezTo>
                  <a:pt x="21450" y="279908"/>
                  <a:pt x="21450" y="-4043"/>
                  <a:pt x="21450" y="276665"/>
                </a:cubicBezTo>
                <a:lnTo>
                  <a:pt x="0" y="276665"/>
                </a:lnTo>
                <a:cubicBezTo>
                  <a:pt x="0" y="-3403"/>
                  <a:pt x="0" y="280228"/>
                  <a:pt x="0" y="0"/>
                </a:cubicBezTo>
                <a:lnTo>
                  <a:pt x="214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 rot="10800000" flipH="1">
            <a:off x="231090" y="6309833"/>
            <a:ext cx="22306" cy="276705"/>
          </a:xfrm>
          <a:custGeom>
            <a:avLst/>
            <a:gdLst/>
            <a:ahLst/>
            <a:cxnLst/>
            <a:rect l="l" t="t" r="r" b="b"/>
            <a:pathLst>
              <a:path w="22306" h="276705" extrusionOk="0">
                <a:moveTo>
                  <a:pt x="21450" y="0"/>
                </a:moveTo>
                <a:cubicBezTo>
                  <a:pt x="21753" y="5244"/>
                  <a:pt x="22306" y="10489"/>
                  <a:pt x="22306" y="15773"/>
                </a:cubicBezTo>
                <a:cubicBezTo>
                  <a:pt x="22306" y="284872"/>
                  <a:pt x="22306" y="-9888"/>
                  <a:pt x="22306" y="259211"/>
                </a:cubicBezTo>
                <a:lnTo>
                  <a:pt x="22306" y="276705"/>
                </a:lnTo>
                <a:lnTo>
                  <a:pt x="403" y="276705"/>
                </a:lnTo>
                <a:cubicBezTo>
                  <a:pt x="403" y="271901"/>
                  <a:pt x="403" y="266777"/>
                  <a:pt x="403" y="261693"/>
                </a:cubicBezTo>
                <a:cubicBezTo>
                  <a:pt x="403" y="-7806"/>
                  <a:pt x="403" y="286553"/>
                  <a:pt x="403" y="17054"/>
                </a:cubicBezTo>
                <a:cubicBezTo>
                  <a:pt x="403" y="11369"/>
                  <a:pt x="151" y="5725"/>
                  <a:pt x="0" y="40"/>
                </a:cubicBezTo>
                <a:lnTo>
                  <a:pt x="21450" y="4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 rot="10800000" flipH="1">
            <a:off x="310245" y="6309873"/>
            <a:ext cx="22004" cy="276665"/>
          </a:xfrm>
          <a:custGeom>
            <a:avLst/>
            <a:gdLst/>
            <a:ahLst/>
            <a:cxnLst/>
            <a:rect l="l" t="t" r="r" b="b"/>
            <a:pathLst>
              <a:path w="22004" h="276665" extrusionOk="0">
                <a:moveTo>
                  <a:pt x="21954" y="0"/>
                </a:moveTo>
                <a:cubicBezTo>
                  <a:pt x="21853" y="17014"/>
                  <a:pt x="21652" y="34028"/>
                  <a:pt x="21652" y="51042"/>
                </a:cubicBezTo>
                <a:cubicBezTo>
                  <a:pt x="21652" y="308772"/>
                  <a:pt x="21652" y="2642"/>
                  <a:pt x="21652" y="260372"/>
                </a:cubicBezTo>
                <a:cubicBezTo>
                  <a:pt x="21652" y="265576"/>
                  <a:pt x="21652" y="270741"/>
                  <a:pt x="21652" y="276665"/>
                </a:cubicBezTo>
                <a:lnTo>
                  <a:pt x="957" y="276665"/>
                </a:lnTo>
                <a:cubicBezTo>
                  <a:pt x="655" y="272582"/>
                  <a:pt x="0" y="268299"/>
                  <a:pt x="0" y="263975"/>
                </a:cubicBezTo>
                <a:cubicBezTo>
                  <a:pt x="0" y="-8727"/>
                  <a:pt x="0" y="282390"/>
                  <a:pt x="0" y="9688"/>
                </a:cubicBezTo>
                <a:cubicBezTo>
                  <a:pt x="0" y="6445"/>
                  <a:pt x="352" y="3203"/>
                  <a:pt x="554" y="0"/>
                </a:cubicBezTo>
                <a:lnTo>
                  <a:pt x="2200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 rot="10800000" flipH="1">
            <a:off x="466944" y="6309914"/>
            <a:ext cx="21752" cy="276665"/>
          </a:xfrm>
          <a:custGeom>
            <a:avLst/>
            <a:gdLst/>
            <a:ahLst/>
            <a:cxnLst/>
            <a:rect l="l" t="t" r="r" b="b"/>
            <a:pathLst>
              <a:path w="21752" h="276665" extrusionOk="0">
                <a:moveTo>
                  <a:pt x="21450" y="40"/>
                </a:moveTo>
                <a:cubicBezTo>
                  <a:pt x="21551" y="11770"/>
                  <a:pt x="21753" y="23539"/>
                  <a:pt x="21753" y="35269"/>
                </a:cubicBezTo>
                <a:cubicBezTo>
                  <a:pt x="21753" y="297843"/>
                  <a:pt x="21753" y="-3443"/>
                  <a:pt x="21753" y="259131"/>
                </a:cubicBezTo>
                <a:lnTo>
                  <a:pt x="21753" y="276665"/>
                </a:lnTo>
                <a:lnTo>
                  <a:pt x="0" y="276665"/>
                </a:lnTo>
                <a:cubicBezTo>
                  <a:pt x="0" y="-3363"/>
                  <a:pt x="0" y="280228"/>
                  <a:pt x="0" y="0"/>
                </a:cubicBezTo>
                <a:lnTo>
                  <a:pt x="214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 rot="10800000" flipH="1">
            <a:off x="545356" y="6309793"/>
            <a:ext cx="22746" cy="276745"/>
          </a:xfrm>
          <a:custGeom>
            <a:avLst/>
            <a:gdLst/>
            <a:ahLst/>
            <a:cxnLst/>
            <a:rect l="l" t="t" r="r" b="b"/>
            <a:pathLst>
              <a:path w="22746" h="276745" extrusionOk="0">
                <a:moveTo>
                  <a:pt x="22697" y="0"/>
                </a:moveTo>
                <a:cubicBezTo>
                  <a:pt x="22546" y="5244"/>
                  <a:pt x="22243" y="10529"/>
                  <a:pt x="22243" y="15773"/>
                </a:cubicBezTo>
                <a:cubicBezTo>
                  <a:pt x="22243" y="285312"/>
                  <a:pt x="22243" y="-9007"/>
                  <a:pt x="22243" y="260532"/>
                </a:cubicBezTo>
                <a:lnTo>
                  <a:pt x="22243" y="276745"/>
                </a:lnTo>
                <a:lnTo>
                  <a:pt x="1297" y="276745"/>
                </a:lnTo>
                <a:cubicBezTo>
                  <a:pt x="843" y="272182"/>
                  <a:pt x="38" y="267538"/>
                  <a:pt x="38" y="262894"/>
                </a:cubicBezTo>
                <a:cubicBezTo>
                  <a:pt x="-13" y="-8647"/>
                  <a:pt x="-13" y="283631"/>
                  <a:pt x="38" y="12050"/>
                </a:cubicBezTo>
                <a:cubicBezTo>
                  <a:pt x="38" y="8047"/>
                  <a:pt x="843" y="4003"/>
                  <a:pt x="1297" y="0"/>
                </a:cubicBezTo>
                <a:cubicBezTo>
                  <a:pt x="8447" y="0"/>
                  <a:pt x="15597" y="0"/>
                  <a:pt x="2274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 rot="10800000" flipH="1">
            <a:off x="702848" y="6309873"/>
            <a:ext cx="21450" cy="276665"/>
          </a:xfrm>
          <a:custGeom>
            <a:avLst/>
            <a:gdLst/>
            <a:ahLst/>
            <a:cxnLst/>
            <a:rect l="l" t="t" r="r" b="b"/>
            <a:pathLst>
              <a:path w="21450" h="276665" extrusionOk="0">
                <a:moveTo>
                  <a:pt x="21450" y="0"/>
                </a:moveTo>
                <a:cubicBezTo>
                  <a:pt x="21450" y="279908"/>
                  <a:pt x="21450" y="-4043"/>
                  <a:pt x="21450" y="276665"/>
                </a:cubicBezTo>
                <a:lnTo>
                  <a:pt x="0" y="276665"/>
                </a:lnTo>
                <a:cubicBezTo>
                  <a:pt x="0" y="-3403"/>
                  <a:pt x="0" y="280228"/>
                  <a:pt x="0" y="0"/>
                </a:cubicBezTo>
                <a:lnTo>
                  <a:pt x="214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 rot="10800000" flipH="1">
            <a:off x="859043" y="6309833"/>
            <a:ext cx="22306" cy="276705"/>
          </a:xfrm>
          <a:custGeom>
            <a:avLst/>
            <a:gdLst/>
            <a:ahLst/>
            <a:cxnLst/>
            <a:rect l="l" t="t" r="r" b="b"/>
            <a:pathLst>
              <a:path w="22306" h="276705" extrusionOk="0">
                <a:moveTo>
                  <a:pt x="21450" y="0"/>
                </a:moveTo>
                <a:cubicBezTo>
                  <a:pt x="21752" y="5244"/>
                  <a:pt x="22306" y="10489"/>
                  <a:pt x="22306" y="15773"/>
                </a:cubicBezTo>
                <a:cubicBezTo>
                  <a:pt x="22306" y="284872"/>
                  <a:pt x="22306" y="-9888"/>
                  <a:pt x="22306" y="259211"/>
                </a:cubicBezTo>
                <a:lnTo>
                  <a:pt x="22306" y="276705"/>
                </a:lnTo>
                <a:lnTo>
                  <a:pt x="403" y="276705"/>
                </a:lnTo>
                <a:lnTo>
                  <a:pt x="403" y="261693"/>
                </a:lnTo>
                <a:cubicBezTo>
                  <a:pt x="403" y="-7806"/>
                  <a:pt x="403" y="286553"/>
                  <a:pt x="403" y="17054"/>
                </a:cubicBezTo>
                <a:cubicBezTo>
                  <a:pt x="403" y="11369"/>
                  <a:pt x="151" y="5725"/>
                  <a:pt x="0" y="40"/>
                </a:cubicBezTo>
                <a:lnTo>
                  <a:pt x="21450" y="4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 rot="10800000" flipH="1">
            <a:off x="938199" y="6309833"/>
            <a:ext cx="22004" cy="276705"/>
          </a:xfrm>
          <a:custGeom>
            <a:avLst/>
            <a:gdLst/>
            <a:ahLst/>
            <a:cxnLst/>
            <a:rect l="l" t="t" r="r" b="b"/>
            <a:pathLst>
              <a:path w="22004" h="276705" extrusionOk="0">
                <a:moveTo>
                  <a:pt x="21954" y="0"/>
                </a:moveTo>
                <a:cubicBezTo>
                  <a:pt x="21803" y="5685"/>
                  <a:pt x="21551" y="11329"/>
                  <a:pt x="21551" y="17014"/>
                </a:cubicBezTo>
                <a:cubicBezTo>
                  <a:pt x="21551" y="286073"/>
                  <a:pt x="21551" y="-8687"/>
                  <a:pt x="21551" y="260372"/>
                </a:cubicBezTo>
                <a:lnTo>
                  <a:pt x="21551" y="276705"/>
                </a:lnTo>
                <a:lnTo>
                  <a:pt x="957" y="276705"/>
                </a:lnTo>
                <a:cubicBezTo>
                  <a:pt x="655" y="272582"/>
                  <a:pt x="0" y="268299"/>
                  <a:pt x="0" y="264015"/>
                </a:cubicBezTo>
                <a:cubicBezTo>
                  <a:pt x="0" y="-8687"/>
                  <a:pt x="0" y="282430"/>
                  <a:pt x="0" y="9728"/>
                </a:cubicBezTo>
                <a:cubicBezTo>
                  <a:pt x="0" y="6485"/>
                  <a:pt x="352" y="3243"/>
                  <a:pt x="554" y="40"/>
                </a:cubicBezTo>
                <a:cubicBezTo>
                  <a:pt x="7704" y="40"/>
                  <a:pt x="14854" y="40"/>
                  <a:pt x="22004" y="4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 rot="10800000" flipH="1">
            <a:off x="1094897" y="6309673"/>
            <a:ext cx="21450" cy="276865"/>
          </a:xfrm>
          <a:custGeom>
            <a:avLst/>
            <a:gdLst/>
            <a:ahLst/>
            <a:cxnLst/>
            <a:rect l="l" t="t" r="r" b="b"/>
            <a:pathLst>
              <a:path w="21450" h="276865" extrusionOk="0">
                <a:moveTo>
                  <a:pt x="21450" y="0"/>
                </a:moveTo>
                <a:cubicBezTo>
                  <a:pt x="21450" y="280068"/>
                  <a:pt x="21450" y="-3723"/>
                  <a:pt x="21450" y="276866"/>
                </a:cubicBezTo>
                <a:lnTo>
                  <a:pt x="201" y="276866"/>
                </a:lnTo>
                <a:lnTo>
                  <a:pt x="201" y="259652"/>
                </a:lnTo>
                <a:cubicBezTo>
                  <a:pt x="201" y="-9167"/>
                  <a:pt x="201" y="285833"/>
                  <a:pt x="201" y="17014"/>
                </a:cubicBezTo>
                <a:cubicBezTo>
                  <a:pt x="201" y="11329"/>
                  <a:pt x="101" y="5645"/>
                  <a:pt x="0" y="0"/>
                </a:cubicBezTo>
                <a:cubicBezTo>
                  <a:pt x="7150" y="0"/>
                  <a:pt x="14300" y="0"/>
                  <a:pt x="2145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 rot="10800000" flipH="1">
            <a:off x="1173310" y="6309793"/>
            <a:ext cx="22746" cy="276745"/>
          </a:xfrm>
          <a:custGeom>
            <a:avLst/>
            <a:gdLst/>
            <a:ahLst/>
            <a:cxnLst/>
            <a:rect l="l" t="t" r="r" b="b"/>
            <a:pathLst>
              <a:path w="22746" h="276745" extrusionOk="0">
                <a:moveTo>
                  <a:pt x="22697" y="0"/>
                </a:moveTo>
                <a:cubicBezTo>
                  <a:pt x="22495" y="5244"/>
                  <a:pt x="22193" y="10529"/>
                  <a:pt x="22193" y="15773"/>
                </a:cubicBezTo>
                <a:cubicBezTo>
                  <a:pt x="22193" y="285312"/>
                  <a:pt x="22193" y="-9007"/>
                  <a:pt x="22193" y="260532"/>
                </a:cubicBezTo>
                <a:lnTo>
                  <a:pt x="22193" y="276745"/>
                </a:lnTo>
                <a:lnTo>
                  <a:pt x="1297" y="276745"/>
                </a:lnTo>
                <a:cubicBezTo>
                  <a:pt x="843" y="272182"/>
                  <a:pt x="38" y="267538"/>
                  <a:pt x="38" y="262894"/>
                </a:cubicBezTo>
                <a:cubicBezTo>
                  <a:pt x="-13" y="-8647"/>
                  <a:pt x="-13" y="283631"/>
                  <a:pt x="38" y="12090"/>
                </a:cubicBezTo>
                <a:cubicBezTo>
                  <a:pt x="38" y="8087"/>
                  <a:pt x="843" y="4043"/>
                  <a:pt x="1297" y="40"/>
                </a:cubicBezTo>
                <a:cubicBezTo>
                  <a:pt x="8447" y="40"/>
                  <a:pt x="15597" y="40"/>
                  <a:pt x="22747" y="4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 rot="10800000" flipH="1">
            <a:off x="1330801" y="6309714"/>
            <a:ext cx="21450" cy="276865"/>
          </a:xfrm>
          <a:custGeom>
            <a:avLst/>
            <a:gdLst/>
            <a:ahLst/>
            <a:cxnLst/>
            <a:rect l="l" t="t" r="r" b="b"/>
            <a:pathLst>
              <a:path w="21450" h="276865" extrusionOk="0">
                <a:moveTo>
                  <a:pt x="21450" y="40"/>
                </a:moveTo>
                <a:cubicBezTo>
                  <a:pt x="21400" y="225904"/>
                  <a:pt x="21249" y="13371"/>
                  <a:pt x="21249" y="113733"/>
                </a:cubicBezTo>
                <a:cubicBezTo>
                  <a:pt x="21249" y="163613"/>
                  <a:pt x="21249" y="213494"/>
                  <a:pt x="21249" y="263335"/>
                </a:cubicBezTo>
                <a:lnTo>
                  <a:pt x="21249" y="276866"/>
                </a:lnTo>
                <a:lnTo>
                  <a:pt x="0" y="276866"/>
                </a:lnTo>
                <a:cubicBezTo>
                  <a:pt x="0" y="-3723"/>
                  <a:pt x="0" y="280068"/>
                  <a:pt x="0" y="0"/>
                </a:cubicBezTo>
                <a:lnTo>
                  <a:pt x="214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 rot="10800000" flipH="1">
            <a:off x="1486997" y="6309873"/>
            <a:ext cx="22004" cy="276665"/>
          </a:xfrm>
          <a:custGeom>
            <a:avLst/>
            <a:gdLst/>
            <a:ahLst/>
            <a:cxnLst/>
            <a:rect l="l" t="t" r="r" b="b"/>
            <a:pathLst>
              <a:path w="22004" h="276665" extrusionOk="0">
                <a:moveTo>
                  <a:pt x="21450" y="0"/>
                </a:moveTo>
                <a:cubicBezTo>
                  <a:pt x="21652" y="5244"/>
                  <a:pt x="22004" y="10529"/>
                  <a:pt x="22004" y="15773"/>
                </a:cubicBezTo>
                <a:cubicBezTo>
                  <a:pt x="22004" y="284832"/>
                  <a:pt x="22004" y="-9928"/>
                  <a:pt x="22004" y="259131"/>
                </a:cubicBezTo>
                <a:cubicBezTo>
                  <a:pt x="22004" y="264736"/>
                  <a:pt x="22004" y="270300"/>
                  <a:pt x="22004" y="276665"/>
                </a:cubicBezTo>
                <a:lnTo>
                  <a:pt x="403" y="276665"/>
                </a:lnTo>
                <a:lnTo>
                  <a:pt x="403" y="261573"/>
                </a:lnTo>
                <a:cubicBezTo>
                  <a:pt x="403" y="-7886"/>
                  <a:pt x="403" y="286473"/>
                  <a:pt x="403" y="17014"/>
                </a:cubicBezTo>
                <a:cubicBezTo>
                  <a:pt x="403" y="11329"/>
                  <a:pt x="151" y="5685"/>
                  <a:pt x="0" y="0"/>
                </a:cubicBezTo>
                <a:cubicBezTo>
                  <a:pt x="7150" y="0"/>
                  <a:pt x="14300" y="0"/>
                  <a:pt x="2145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 rot="10800000" flipH="1">
            <a:off x="1565827" y="6309833"/>
            <a:ext cx="22328" cy="276705"/>
          </a:xfrm>
          <a:custGeom>
            <a:avLst/>
            <a:gdLst/>
            <a:ahLst/>
            <a:cxnLst/>
            <a:rect l="l" t="t" r="r" b="b"/>
            <a:pathLst>
              <a:path w="22328" h="276705" extrusionOk="0">
                <a:moveTo>
                  <a:pt x="22278" y="0"/>
                </a:moveTo>
                <a:cubicBezTo>
                  <a:pt x="22127" y="5685"/>
                  <a:pt x="21876" y="11329"/>
                  <a:pt x="21876" y="17014"/>
                </a:cubicBezTo>
                <a:cubicBezTo>
                  <a:pt x="21876" y="286113"/>
                  <a:pt x="21876" y="-8647"/>
                  <a:pt x="21876" y="260452"/>
                </a:cubicBezTo>
                <a:lnTo>
                  <a:pt x="21876" y="276705"/>
                </a:lnTo>
                <a:lnTo>
                  <a:pt x="1080" y="276705"/>
                </a:lnTo>
                <a:cubicBezTo>
                  <a:pt x="727" y="272582"/>
                  <a:pt x="22" y="268339"/>
                  <a:pt x="22" y="264055"/>
                </a:cubicBezTo>
                <a:cubicBezTo>
                  <a:pt x="-28" y="-8287"/>
                  <a:pt x="22" y="283231"/>
                  <a:pt x="22" y="10889"/>
                </a:cubicBezTo>
                <a:cubicBezTo>
                  <a:pt x="22" y="7246"/>
                  <a:pt x="576" y="3643"/>
                  <a:pt x="878" y="0"/>
                </a:cubicBezTo>
                <a:cubicBezTo>
                  <a:pt x="8029" y="0"/>
                  <a:pt x="15179" y="0"/>
                  <a:pt x="2232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 rot="10800000" flipH="1">
            <a:off x="1722901" y="6309873"/>
            <a:ext cx="21450" cy="276665"/>
          </a:xfrm>
          <a:custGeom>
            <a:avLst/>
            <a:gdLst/>
            <a:ahLst/>
            <a:cxnLst/>
            <a:rect l="l" t="t" r="r" b="b"/>
            <a:pathLst>
              <a:path w="21450" h="276665" extrusionOk="0">
                <a:moveTo>
                  <a:pt x="21450" y="0"/>
                </a:moveTo>
                <a:cubicBezTo>
                  <a:pt x="21450" y="279908"/>
                  <a:pt x="21450" y="-4043"/>
                  <a:pt x="21450" y="276665"/>
                </a:cubicBezTo>
                <a:lnTo>
                  <a:pt x="0" y="276665"/>
                </a:lnTo>
                <a:cubicBezTo>
                  <a:pt x="0" y="-3403"/>
                  <a:pt x="0" y="280228"/>
                  <a:pt x="0" y="0"/>
                </a:cubicBezTo>
                <a:lnTo>
                  <a:pt x="214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 rot="10800000" flipH="1">
            <a:off x="1879146" y="6309873"/>
            <a:ext cx="22709" cy="276665"/>
          </a:xfrm>
          <a:custGeom>
            <a:avLst/>
            <a:gdLst/>
            <a:ahLst/>
            <a:cxnLst/>
            <a:rect l="l" t="t" r="r" b="b"/>
            <a:pathLst>
              <a:path w="22709" h="276665" extrusionOk="0">
                <a:moveTo>
                  <a:pt x="21400" y="0"/>
                </a:moveTo>
                <a:cubicBezTo>
                  <a:pt x="21853" y="4844"/>
                  <a:pt x="22659" y="9648"/>
                  <a:pt x="22659" y="14492"/>
                </a:cubicBezTo>
                <a:cubicBezTo>
                  <a:pt x="22709" y="284432"/>
                  <a:pt x="22709" y="-9488"/>
                  <a:pt x="22709" y="260452"/>
                </a:cubicBezTo>
                <a:lnTo>
                  <a:pt x="22709" y="276665"/>
                </a:lnTo>
                <a:lnTo>
                  <a:pt x="453" y="276665"/>
                </a:lnTo>
                <a:lnTo>
                  <a:pt x="453" y="261773"/>
                </a:lnTo>
                <a:cubicBezTo>
                  <a:pt x="453" y="-7766"/>
                  <a:pt x="453" y="286553"/>
                  <a:pt x="453" y="17014"/>
                </a:cubicBezTo>
                <a:cubicBezTo>
                  <a:pt x="453" y="11329"/>
                  <a:pt x="151" y="5685"/>
                  <a:pt x="0" y="0"/>
                </a:cubicBezTo>
                <a:cubicBezTo>
                  <a:pt x="7150" y="0"/>
                  <a:pt x="14300" y="0"/>
                  <a:pt x="2145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 rot="10800000" flipH="1">
            <a:off x="1958503" y="6309873"/>
            <a:ext cx="21702" cy="276665"/>
          </a:xfrm>
          <a:custGeom>
            <a:avLst/>
            <a:gdLst/>
            <a:ahLst/>
            <a:cxnLst/>
            <a:rect l="l" t="t" r="r" b="b"/>
            <a:pathLst>
              <a:path w="21702" h="276665" extrusionOk="0">
                <a:moveTo>
                  <a:pt x="21702" y="0"/>
                </a:moveTo>
                <a:cubicBezTo>
                  <a:pt x="21652" y="225704"/>
                  <a:pt x="21551" y="-112452"/>
                  <a:pt x="21501" y="113252"/>
                </a:cubicBezTo>
                <a:cubicBezTo>
                  <a:pt x="21501" y="163093"/>
                  <a:pt x="21501" y="212933"/>
                  <a:pt x="21501" y="262774"/>
                </a:cubicBezTo>
                <a:cubicBezTo>
                  <a:pt x="21501" y="267138"/>
                  <a:pt x="21501" y="271541"/>
                  <a:pt x="21501" y="276665"/>
                </a:cubicBezTo>
                <a:lnTo>
                  <a:pt x="1158" y="276665"/>
                </a:lnTo>
                <a:cubicBezTo>
                  <a:pt x="755" y="273383"/>
                  <a:pt x="0" y="269900"/>
                  <a:pt x="0" y="266417"/>
                </a:cubicBezTo>
                <a:cubicBezTo>
                  <a:pt x="0" y="-9127"/>
                  <a:pt x="0" y="279187"/>
                  <a:pt x="0" y="3643"/>
                </a:cubicBezTo>
                <a:cubicBezTo>
                  <a:pt x="0" y="2442"/>
                  <a:pt x="151" y="1201"/>
                  <a:pt x="252" y="0"/>
                </a:cubicBezTo>
                <a:cubicBezTo>
                  <a:pt x="7402" y="0"/>
                  <a:pt x="14552" y="0"/>
                  <a:pt x="2170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 rot="10800000" flipH="1">
            <a:off x="2114950" y="6309914"/>
            <a:ext cx="22004" cy="276665"/>
          </a:xfrm>
          <a:custGeom>
            <a:avLst/>
            <a:gdLst/>
            <a:ahLst/>
            <a:cxnLst/>
            <a:rect l="l" t="t" r="r" b="b"/>
            <a:pathLst>
              <a:path w="22004" h="276665" extrusionOk="0">
                <a:moveTo>
                  <a:pt x="21450" y="40"/>
                </a:moveTo>
                <a:cubicBezTo>
                  <a:pt x="21652" y="5284"/>
                  <a:pt x="22004" y="10569"/>
                  <a:pt x="22004" y="15813"/>
                </a:cubicBezTo>
                <a:cubicBezTo>
                  <a:pt x="22004" y="284872"/>
                  <a:pt x="22004" y="-9888"/>
                  <a:pt x="22004" y="259171"/>
                </a:cubicBezTo>
                <a:cubicBezTo>
                  <a:pt x="22004" y="264776"/>
                  <a:pt x="22004" y="270340"/>
                  <a:pt x="22004" y="276665"/>
                </a:cubicBezTo>
                <a:lnTo>
                  <a:pt x="302" y="276665"/>
                </a:lnTo>
                <a:lnTo>
                  <a:pt x="302" y="260372"/>
                </a:lnTo>
                <a:cubicBezTo>
                  <a:pt x="302" y="-8687"/>
                  <a:pt x="302" y="286073"/>
                  <a:pt x="302" y="17014"/>
                </a:cubicBezTo>
                <a:cubicBezTo>
                  <a:pt x="302" y="11329"/>
                  <a:pt x="101" y="5685"/>
                  <a:pt x="0" y="0"/>
                </a:cubicBezTo>
                <a:cubicBezTo>
                  <a:pt x="7150" y="0"/>
                  <a:pt x="14300" y="0"/>
                  <a:pt x="2145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 rot="10800000" flipH="1">
            <a:off x="2193765" y="6309833"/>
            <a:ext cx="22344" cy="276705"/>
          </a:xfrm>
          <a:custGeom>
            <a:avLst/>
            <a:gdLst/>
            <a:ahLst/>
            <a:cxnLst/>
            <a:rect l="l" t="t" r="r" b="b"/>
            <a:pathLst>
              <a:path w="22344" h="276705" extrusionOk="0">
                <a:moveTo>
                  <a:pt x="22294" y="0"/>
                </a:moveTo>
                <a:cubicBezTo>
                  <a:pt x="22143" y="5685"/>
                  <a:pt x="21891" y="11329"/>
                  <a:pt x="21891" y="17014"/>
                </a:cubicBezTo>
                <a:cubicBezTo>
                  <a:pt x="21891" y="286113"/>
                  <a:pt x="21891" y="-8647"/>
                  <a:pt x="21891" y="260452"/>
                </a:cubicBezTo>
                <a:lnTo>
                  <a:pt x="21891" y="276705"/>
                </a:lnTo>
                <a:lnTo>
                  <a:pt x="1095" y="276705"/>
                </a:lnTo>
                <a:cubicBezTo>
                  <a:pt x="743" y="272582"/>
                  <a:pt x="38" y="268339"/>
                  <a:pt x="38" y="264055"/>
                </a:cubicBezTo>
                <a:cubicBezTo>
                  <a:pt x="-13" y="-8287"/>
                  <a:pt x="-13" y="283231"/>
                  <a:pt x="38" y="10889"/>
                </a:cubicBezTo>
                <a:cubicBezTo>
                  <a:pt x="38" y="7246"/>
                  <a:pt x="592" y="3643"/>
                  <a:pt x="894" y="0"/>
                </a:cubicBezTo>
                <a:cubicBezTo>
                  <a:pt x="8044" y="0"/>
                  <a:pt x="15194" y="0"/>
                  <a:pt x="223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/>
          <p:nvPr/>
        </p:nvSpPr>
        <p:spPr>
          <a:xfrm rot="10800000" flipH="1">
            <a:off x="2350854" y="6309873"/>
            <a:ext cx="21450" cy="276665"/>
          </a:xfrm>
          <a:custGeom>
            <a:avLst/>
            <a:gdLst/>
            <a:ahLst/>
            <a:cxnLst/>
            <a:rect l="l" t="t" r="r" b="b"/>
            <a:pathLst>
              <a:path w="21450" h="276665" extrusionOk="0">
                <a:moveTo>
                  <a:pt x="21450" y="0"/>
                </a:moveTo>
                <a:cubicBezTo>
                  <a:pt x="21450" y="279908"/>
                  <a:pt x="21450" y="-4043"/>
                  <a:pt x="21450" y="276665"/>
                </a:cubicBezTo>
                <a:lnTo>
                  <a:pt x="0" y="276665"/>
                </a:lnTo>
                <a:cubicBezTo>
                  <a:pt x="0" y="-3403"/>
                  <a:pt x="0" y="280228"/>
                  <a:pt x="0" y="0"/>
                </a:cubicBezTo>
                <a:lnTo>
                  <a:pt x="2145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"/>
          <p:cNvSpPr/>
          <p:nvPr/>
        </p:nvSpPr>
        <p:spPr>
          <a:xfrm rot="10800000" flipH="1">
            <a:off x="1251193" y="6309873"/>
            <a:ext cx="22709" cy="276665"/>
          </a:xfrm>
          <a:custGeom>
            <a:avLst/>
            <a:gdLst/>
            <a:ahLst/>
            <a:cxnLst/>
            <a:rect l="l" t="t" r="r" b="b"/>
            <a:pathLst>
              <a:path w="22709" h="276665" extrusionOk="0">
                <a:moveTo>
                  <a:pt x="21400" y="0"/>
                </a:moveTo>
                <a:cubicBezTo>
                  <a:pt x="21853" y="4844"/>
                  <a:pt x="22659" y="9648"/>
                  <a:pt x="22659" y="14492"/>
                </a:cubicBezTo>
                <a:cubicBezTo>
                  <a:pt x="22709" y="284432"/>
                  <a:pt x="22709" y="-9488"/>
                  <a:pt x="22709" y="260452"/>
                </a:cubicBezTo>
                <a:cubicBezTo>
                  <a:pt x="22709" y="265616"/>
                  <a:pt x="22709" y="270781"/>
                  <a:pt x="22709" y="276665"/>
                </a:cubicBezTo>
                <a:lnTo>
                  <a:pt x="504" y="276665"/>
                </a:lnTo>
                <a:cubicBezTo>
                  <a:pt x="504" y="271901"/>
                  <a:pt x="504" y="266817"/>
                  <a:pt x="504" y="261733"/>
                </a:cubicBezTo>
                <a:cubicBezTo>
                  <a:pt x="504" y="-8207"/>
                  <a:pt x="504" y="285713"/>
                  <a:pt x="504" y="15773"/>
                </a:cubicBezTo>
                <a:cubicBezTo>
                  <a:pt x="504" y="10529"/>
                  <a:pt x="151" y="5244"/>
                  <a:pt x="0" y="0"/>
                </a:cubicBezTo>
                <a:cubicBezTo>
                  <a:pt x="7150" y="0"/>
                  <a:pt x="14300" y="0"/>
                  <a:pt x="2145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" name="Google Shape;42;p1"/>
          <p:cNvCxnSpPr/>
          <p:nvPr/>
        </p:nvCxnSpPr>
        <p:spPr>
          <a:xfrm>
            <a:off x="2552700" y="6464300"/>
            <a:ext cx="96393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62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.xml"/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hart" Target="../charts/chart4.xml"/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hart" Target="../charts/chart5.xml"/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7.xml"/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9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8400" y="-15125"/>
            <a:ext cx="5943600" cy="6130093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/>
          <p:nvPr/>
        </p:nvSpPr>
        <p:spPr>
          <a:xfrm>
            <a:off x="1092200" y="5074898"/>
            <a:ext cx="1703388" cy="38338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25400" dist="12700" dir="3960000" algn="tl" rotWithShape="0">
              <a:srgbClr val="000000">
                <a:alpha val="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82178" y="1016000"/>
            <a:ext cx="2407580" cy="1207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5400000">
            <a:off x="370436" y="730795"/>
            <a:ext cx="506904" cy="25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605715">
            <a:off x="5181694" y="2347716"/>
            <a:ext cx="292102" cy="228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589488">
            <a:off x="549181" y="1710763"/>
            <a:ext cx="512914" cy="401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492225" y="5157049"/>
            <a:ext cx="226382" cy="21907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8"/>
          <p:cNvSpPr/>
          <p:nvPr/>
        </p:nvSpPr>
        <p:spPr>
          <a:xfrm>
            <a:off x="1092201" y="5074897"/>
            <a:ext cx="1322388" cy="38523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1113162" y="5035776"/>
            <a:ext cx="13335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Varun Kandunuri</a:t>
            </a:r>
            <a:endParaRPr sz="1200" b="1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" name="Google Shape;120;p18"/>
          <p:cNvSpPr txBox="1">
            <a:spLocks noGrp="1"/>
          </p:cNvSpPr>
          <p:nvPr>
            <p:ph type="title"/>
          </p:nvPr>
        </p:nvSpPr>
        <p:spPr>
          <a:xfrm>
            <a:off x="971550" y="1555750"/>
            <a:ext cx="4328400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en-IN" dirty="0">
                <a:solidFill>
                  <a:srgbClr val="CF142F"/>
                </a:solidFill>
                <a:latin typeface="Segoe UI Semibold" panose="020B07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Zomato Global Expansion Strategy</a:t>
            </a:r>
            <a:endParaRPr dirty="0">
              <a:solidFill>
                <a:srgbClr val="CF142F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3619E0-53E8-160C-FF74-DD6445F99E01}"/>
              </a:ext>
            </a:extLst>
          </p:cNvPr>
          <p:cNvSpPr txBox="1"/>
          <p:nvPr/>
        </p:nvSpPr>
        <p:spPr>
          <a:xfrm>
            <a:off x="9633231" y="5988184"/>
            <a:ext cx="1713053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CF142F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2026–2027</a:t>
            </a:r>
          </a:p>
          <a:p>
            <a:endParaRPr lang="en-IN" dirty="0">
              <a:solidFill>
                <a:srgbClr val="CF142F"/>
              </a:solidFill>
            </a:endParaRPr>
          </a:p>
        </p:txBody>
      </p:sp>
      <p:grpSp>
        <p:nvGrpSpPr>
          <p:cNvPr id="3" name="Google Shape;200;p22">
            <a:extLst>
              <a:ext uri="{FF2B5EF4-FFF2-40B4-BE49-F238E27FC236}">
                <a16:creationId xmlns:a16="http://schemas.microsoft.com/office/drawing/2014/main" id="{B8DB331D-FC43-2EAD-BFBB-5C169CDCB6B0}"/>
              </a:ext>
            </a:extLst>
          </p:cNvPr>
          <p:cNvGrpSpPr/>
          <p:nvPr/>
        </p:nvGrpSpPr>
        <p:grpSpPr>
          <a:xfrm>
            <a:off x="10808962" y="877950"/>
            <a:ext cx="685825" cy="3214201"/>
            <a:chOff x="11059391" y="2420023"/>
            <a:chExt cx="668892" cy="3134840"/>
          </a:xfrm>
        </p:grpSpPr>
        <p:sp>
          <p:nvSpPr>
            <p:cNvPr id="4" name="Google Shape;201;p22">
              <a:extLst>
                <a:ext uri="{FF2B5EF4-FFF2-40B4-BE49-F238E27FC236}">
                  <a16:creationId xmlns:a16="http://schemas.microsoft.com/office/drawing/2014/main" id="{FA59A34B-4BA6-2AB6-A354-A6BDD5F789EE}"/>
                </a:ext>
              </a:extLst>
            </p:cNvPr>
            <p:cNvSpPr/>
            <p:nvPr/>
          </p:nvSpPr>
          <p:spPr>
            <a:xfrm rot="5400000">
              <a:off x="10934570" y="3523986"/>
              <a:ext cx="793785" cy="518645"/>
            </a:xfrm>
            <a:custGeom>
              <a:avLst/>
              <a:gdLst/>
              <a:ahLst/>
              <a:cxnLst/>
              <a:rect l="l" t="t" r="r" b="b"/>
              <a:pathLst>
                <a:path w="793785" h="518645" extrusionOk="0">
                  <a:moveTo>
                    <a:pt x="280968" y="516784"/>
                  </a:moveTo>
                  <a:cubicBezTo>
                    <a:pt x="287790" y="470409"/>
                    <a:pt x="294343" y="426253"/>
                    <a:pt x="300795" y="382063"/>
                  </a:cubicBezTo>
                  <a:cubicBezTo>
                    <a:pt x="309600" y="321675"/>
                    <a:pt x="318370" y="261321"/>
                    <a:pt x="327108" y="200934"/>
                  </a:cubicBezTo>
                  <a:cubicBezTo>
                    <a:pt x="328922" y="188366"/>
                    <a:pt x="329897" y="175529"/>
                    <a:pt x="316488" y="168371"/>
                  </a:cubicBezTo>
                  <a:cubicBezTo>
                    <a:pt x="302879" y="161079"/>
                    <a:pt x="291655" y="167867"/>
                    <a:pt x="281506" y="176671"/>
                  </a:cubicBezTo>
                  <a:cubicBezTo>
                    <a:pt x="238492" y="213905"/>
                    <a:pt x="214834" y="261960"/>
                    <a:pt x="205929" y="317172"/>
                  </a:cubicBezTo>
                  <a:cubicBezTo>
                    <a:pt x="196386" y="376283"/>
                    <a:pt x="188522" y="435696"/>
                    <a:pt x="180625" y="495075"/>
                  </a:cubicBezTo>
                  <a:cubicBezTo>
                    <a:pt x="178474" y="511205"/>
                    <a:pt x="172392" y="518363"/>
                    <a:pt x="154884" y="517994"/>
                  </a:cubicBezTo>
                  <a:cubicBezTo>
                    <a:pt x="104040" y="516985"/>
                    <a:pt x="53163" y="517624"/>
                    <a:pt x="0" y="517624"/>
                  </a:cubicBezTo>
                  <a:cubicBezTo>
                    <a:pt x="706" y="510399"/>
                    <a:pt x="1109" y="504014"/>
                    <a:pt x="1983" y="497730"/>
                  </a:cubicBezTo>
                  <a:cubicBezTo>
                    <a:pt x="18785" y="377459"/>
                    <a:pt x="36259" y="257255"/>
                    <a:pt x="52020" y="136850"/>
                  </a:cubicBezTo>
                  <a:cubicBezTo>
                    <a:pt x="56153" y="105362"/>
                    <a:pt x="55347" y="73169"/>
                    <a:pt x="56053" y="41278"/>
                  </a:cubicBezTo>
                  <a:cubicBezTo>
                    <a:pt x="56288" y="29987"/>
                    <a:pt x="59312" y="23233"/>
                    <a:pt x="71679" y="22258"/>
                  </a:cubicBezTo>
                  <a:cubicBezTo>
                    <a:pt x="121346" y="18461"/>
                    <a:pt x="171014" y="14294"/>
                    <a:pt x="220682" y="10362"/>
                  </a:cubicBezTo>
                  <a:cubicBezTo>
                    <a:pt x="222765" y="10194"/>
                    <a:pt x="224916" y="10900"/>
                    <a:pt x="229318" y="11505"/>
                  </a:cubicBezTo>
                  <a:lnTo>
                    <a:pt x="229318" y="147973"/>
                  </a:lnTo>
                  <a:cubicBezTo>
                    <a:pt x="237148" y="136716"/>
                    <a:pt x="245986" y="124047"/>
                    <a:pt x="254790" y="111378"/>
                  </a:cubicBezTo>
                  <a:cubicBezTo>
                    <a:pt x="280061" y="74950"/>
                    <a:pt x="311649" y="45244"/>
                    <a:pt x="349656" y="22493"/>
                  </a:cubicBezTo>
                  <a:cubicBezTo>
                    <a:pt x="358259" y="17352"/>
                    <a:pt x="367400" y="12849"/>
                    <a:pt x="376742" y="9220"/>
                  </a:cubicBezTo>
                  <a:cubicBezTo>
                    <a:pt x="448051" y="-18471"/>
                    <a:pt x="506052" y="18024"/>
                    <a:pt x="511832" y="94407"/>
                  </a:cubicBezTo>
                  <a:cubicBezTo>
                    <a:pt x="512941" y="109261"/>
                    <a:pt x="512000" y="124282"/>
                    <a:pt x="515562" y="140681"/>
                  </a:cubicBezTo>
                  <a:cubicBezTo>
                    <a:pt x="526719" y="126533"/>
                    <a:pt x="536901" y="111445"/>
                    <a:pt x="549201" y="98373"/>
                  </a:cubicBezTo>
                  <a:cubicBezTo>
                    <a:pt x="572489" y="73606"/>
                    <a:pt x="595071" y="47596"/>
                    <a:pt x="621484" y="26560"/>
                  </a:cubicBezTo>
                  <a:cubicBezTo>
                    <a:pt x="650586" y="3372"/>
                    <a:pt x="686644" y="-2441"/>
                    <a:pt x="723542" y="3137"/>
                  </a:cubicBezTo>
                  <a:cubicBezTo>
                    <a:pt x="769647" y="10093"/>
                    <a:pt x="796464" y="39833"/>
                    <a:pt x="793574" y="86342"/>
                  </a:cubicBezTo>
                  <a:cubicBezTo>
                    <a:pt x="790112" y="142126"/>
                    <a:pt x="784097" y="197876"/>
                    <a:pt x="776099" y="253223"/>
                  </a:cubicBezTo>
                  <a:cubicBezTo>
                    <a:pt x="764573" y="332967"/>
                    <a:pt x="750291" y="412307"/>
                    <a:pt x="737118" y="491849"/>
                  </a:cubicBezTo>
                  <a:cubicBezTo>
                    <a:pt x="733455" y="514028"/>
                    <a:pt x="730195" y="517456"/>
                    <a:pt x="708050" y="517758"/>
                  </a:cubicBezTo>
                  <a:cubicBezTo>
                    <a:pt x="666615" y="518363"/>
                    <a:pt x="625181" y="517758"/>
                    <a:pt x="583780" y="518632"/>
                  </a:cubicBezTo>
                  <a:cubicBezTo>
                    <a:pt x="568691" y="518968"/>
                    <a:pt x="566104" y="513121"/>
                    <a:pt x="567986" y="499545"/>
                  </a:cubicBezTo>
                  <a:cubicBezTo>
                    <a:pt x="581293" y="403066"/>
                    <a:pt x="594063" y="306486"/>
                    <a:pt x="606933" y="209940"/>
                  </a:cubicBezTo>
                  <a:cubicBezTo>
                    <a:pt x="607908" y="202715"/>
                    <a:pt x="608714" y="195490"/>
                    <a:pt x="609017" y="188231"/>
                  </a:cubicBezTo>
                  <a:cubicBezTo>
                    <a:pt x="609991" y="165616"/>
                    <a:pt x="601254" y="159768"/>
                    <a:pt x="580352" y="169514"/>
                  </a:cubicBezTo>
                  <a:cubicBezTo>
                    <a:pt x="551015" y="183191"/>
                    <a:pt x="532835" y="207924"/>
                    <a:pt x="517444" y="235009"/>
                  </a:cubicBezTo>
                  <a:cubicBezTo>
                    <a:pt x="490762" y="282022"/>
                    <a:pt x="484747" y="334378"/>
                    <a:pt x="478328" y="386734"/>
                  </a:cubicBezTo>
                  <a:cubicBezTo>
                    <a:pt x="473489" y="426186"/>
                    <a:pt x="467407" y="465470"/>
                    <a:pt x="462265" y="504854"/>
                  </a:cubicBezTo>
                  <a:cubicBezTo>
                    <a:pt x="461257" y="512617"/>
                    <a:pt x="459308" y="516985"/>
                    <a:pt x="450235" y="516918"/>
                  </a:cubicBezTo>
                  <a:cubicBezTo>
                    <a:pt x="394855" y="516616"/>
                    <a:pt x="339474" y="516784"/>
                    <a:pt x="281036" y="51678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202;p22">
              <a:extLst>
                <a:ext uri="{FF2B5EF4-FFF2-40B4-BE49-F238E27FC236}">
                  <a16:creationId xmlns:a16="http://schemas.microsoft.com/office/drawing/2014/main" id="{54DC7302-AFA2-58C8-DAA0-B4263A133613}"/>
                </a:ext>
              </a:extLst>
            </p:cNvPr>
            <p:cNvSpPr/>
            <p:nvPr/>
          </p:nvSpPr>
          <p:spPr>
            <a:xfrm rot="5400000">
              <a:off x="11081233" y="5041760"/>
              <a:ext cx="492264" cy="533941"/>
            </a:xfrm>
            <a:custGeom>
              <a:avLst/>
              <a:gdLst/>
              <a:ahLst/>
              <a:cxnLst/>
              <a:rect l="l" t="t" r="r" b="b"/>
              <a:pathLst>
                <a:path w="492264" h="533941" extrusionOk="0">
                  <a:moveTo>
                    <a:pt x="263042" y="100"/>
                  </a:moveTo>
                  <a:cubicBezTo>
                    <a:pt x="400048" y="-3327"/>
                    <a:pt x="488730" y="81457"/>
                    <a:pt x="492091" y="204484"/>
                  </a:cubicBezTo>
                  <a:cubicBezTo>
                    <a:pt x="494914" y="308389"/>
                    <a:pt x="463594" y="398550"/>
                    <a:pt x="385094" y="469288"/>
                  </a:cubicBezTo>
                  <a:cubicBezTo>
                    <a:pt x="308072" y="538648"/>
                    <a:pt x="186961" y="554073"/>
                    <a:pt x="101672" y="506455"/>
                  </a:cubicBezTo>
                  <a:cubicBezTo>
                    <a:pt x="38798" y="471372"/>
                    <a:pt x="9562" y="414042"/>
                    <a:pt x="2303" y="345993"/>
                  </a:cubicBezTo>
                  <a:cubicBezTo>
                    <a:pt x="-10870" y="222798"/>
                    <a:pt x="32514" y="121850"/>
                    <a:pt x="131244" y="46273"/>
                  </a:cubicBezTo>
                  <a:cubicBezTo>
                    <a:pt x="174023" y="13509"/>
                    <a:pt x="223892" y="67"/>
                    <a:pt x="263109" y="100"/>
                  </a:cubicBezTo>
                  <a:close/>
                  <a:moveTo>
                    <a:pt x="171906" y="303516"/>
                  </a:moveTo>
                  <a:cubicBezTo>
                    <a:pt x="177585" y="326065"/>
                    <a:pt x="180979" y="349588"/>
                    <a:pt x="189582" y="370961"/>
                  </a:cubicBezTo>
                  <a:cubicBezTo>
                    <a:pt x="199730" y="396198"/>
                    <a:pt x="223489" y="403053"/>
                    <a:pt x="246273" y="388133"/>
                  </a:cubicBezTo>
                  <a:cubicBezTo>
                    <a:pt x="258875" y="379866"/>
                    <a:pt x="271073" y="368071"/>
                    <a:pt x="278365" y="355032"/>
                  </a:cubicBezTo>
                  <a:cubicBezTo>
                    <a:pt x="309954" y="298610"/>
                    <a:pt x="314591" y="238424"/>
                    <a:pt x="297486" y="176457"/>
                  </a:cubicBezTo>
                  <a:cubicBezTo>
                    <a:pt x="292378" y="157975"/>
                    <a:pt x="279777" y="146784"/>
                    <a:pt x="260555" y="144533"/>
                  </a:cubicBezTo>
                  <a:cubicBezTo>
                    <a:pt x="241467" y="142315"/>
                    <a:pt x="226950" y="150279"/>
                    <a:pt x="216634" y="166376"/>
                  </a:cubicBezTo>
                  <a:cubicBezTo>
                    <a:pt x="190086" y="207911"/>
                    <a:pt x="175535" y="253076"/>
                    <a:pt x="171939" y="3035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203;p22">
              <a:extLst>
                <a:ext uri="{FF2B5EF4-FFF2-40B4-BE49-F238E27FC236}">
                  <a16:creationId xmlns:a16="http://schemas.microsoft.com/office/drawing/2014/main" id="{F2A50A10-DD5E-A518-5937-2D76771546F9}"/>
                </a:ext>
              </a:extLst>
            </p:cNvPr>
            <p:cNvSpPr/>
            <p:nvPr/>
          </p:nvSpPr>
          <p:spPr>
            <a:xfrm rot="5400000">
              <a:off x="11081802" y="2871110"/>
              <a:ext cx="485200" cy="530022"/>
            </a:xfrm>
            <a:custGeom>
              <a:avLst/>
              <a:gdLst/>
              <a:ahLst/>
              <a:cxnLst/>
              <a:rect l="l" t="t" r="r" b="b"/>
              <a:pathLst>
                <a:path w="485200" h="530022" extrusionOk="0">
                  <a:moveTo>
                    <a:pt x="485200" y="223253"/>
                  </a:moveTo>
                  <a:cubicBezTo>
                    <a:pt x="484125" y="348766"/>
                    <a:pt x="431970" y="445413"/>
                    <a:pt x="319496" y="503751"/>
                  </a:cubicBezTo>
                  <a:cubicBezTo>
                    <a:pt x="254739" y="537355"/>
                    <a:pt x="185111" y="537994"/>
                    <a:pt x="117666" y="509833"/>
                  </a:cubicBezTo>
                  <a:cubicBezTo>
                    <a:pt x="50255" y="481706"/>
                    <a:pt x="16281" y="426763"/>
                    <a:pt x="4620" y="356226"/>
                  </a:cubicBezTo>
                  <a:cubicBezTo>
                    <a:pt x="-17021" y="225370"/>
                    <a:pt x="38460" y="100495"/>
                    <a:pt x="148112" y="34328"/>
                  </a:cubicBezTo>
                  <a:cubicBezTo>
                    <a:pt x="238408" y="-20145"/>
                    <a:pt x="361064" y="-8720"/>
                    <a:pt x="429887" y="61010"/>
                  </a:cubicBezTo>
                  <a:cubicBezTo>
                    <a:pt x="470582" y="102209"/>
                    <a:pt x="484192" y="153691"/>
                    <a:pt x="485133" y="209777"/>
                  </a:cubicBezTo>
                  <a:cubicBezTo>
                    <a:pt x="485200" y="214247"/>
                    <a:pt x="485133" y="218750"/>
                    <a:pt x="485133" y="223219"/>
                  </a:cubicBezTo>
                  <a:close/>
                  <a:moveTo>
                    <a:pt x="306759" y="223824"/>
                  </a:moveTo>
                  <a:cubicBezTo>
                    <a:pt x="305281" y="213642"/>
                    <a:pt x="303668" y="195764"/>
                    <a:pt x="299837" y="178391"/>
                  </a:cubicBezTo>
                  <a:cubicBezTo>
                    <a:pt x="295267" y="157623"/>
                    <a:pt x="283001" y="143274"/>
                    <a:pt x="260587" y="140048"/>
                  </a:cubicBezTo>
                  <a:cubicBezTo>
                    <a:pt x="239550" y="137023"/>
                    <a:pt x="224764" y="147273"/>
                    <a:pt x="213977" y="163638"/>
                  </a:cubicBezTo>
                  <a:cubicBezTo>
                    <a:pt x="173920" y="224530"/>
                    <a:pt x="165956" y="290563"/>
                    <a:pt x="185884" y="359788"/>
                  </a:cubicBezTo>
                  <a:cubicBezTo>
                    <a:pt x="194520" y="389764"/>
                    <a:pt x="229233" y="400181"/>
                    <a:pt x="253698" y="380254"/>
                  </a:cubicBezTo>
                  <a:cubicBezTo>
                    <a:pt x="265426" y="370710"/>
                    <a:pt x="274768" y="357067"/>
                    <a:pt x="282161" y="343625"/>
                  </a:cubicBezTo>
                  <a:cubicBezTo>
                    <a:pt x="301315" y="308911"/>
                    <a:pt x="305247" y="270367"/>
                    <a:pt x="306759" y="22379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204;p22">
              <a:extLst>
                <a:ext uri="{FF2B5EF4-FFF2-40B4-BE49-F238E27FC236}">
                  <a16:creationId xmlns:a16="http://schemas.microsoft.com/office/drawing/2014/main" id="{A12A3C45-EFE2-7CA1-5F01-3955E5533414}"/>
                </a:ext>
              </a:extLst>
            </p:cNvPr>
            <p:cNvSpPr/>
            <p:nvPr/>
          </p:nvSpPr>
          <p:spPr>
            <a:xfrm rot="5400000">
              <a:off x="11093113" y="4169783"/>
              <a:ext cx="489008" cy="532002"/>
            </a:xfrm>
            <a:custGeom>
              <a:avLst/>
              <a:gdLst/>
              <a:ahLst/>
              <a:cxnLst/>
              <a:rect l="l" t="t" r="r" b="b"/>
              <a:pathLst>
                <a:path w="489008" h="532002" extrusionOk="0">
                  <a:moveTo>
                    <a:pt x="288799" y="525382"/>
                  </a:moveTo>
                  <a:cubicBezTo>
                    <a:pt x="292765" y="500717"/>
                    <a:pt x="296327" y="478403"/>
                    <a:pt x="299687" y="457602"/>
                  </a:cubicBezTo>
                  <a:cubicBezTo>
                    <a:pt x="292294" y="464020"/>
                    <a:pt x="284162" y="470741"/>
                    <a:pt x="276433" y="477933"/>
                  </a:cubicBezTo>
                  <a:cubicBezTo>
                    <a:pt x="229857" y="521047"/>
                    <a:pt x="173603" y="536808"/>
                    <a:pt x="112173" y="530759"/>
                  </a:cubicBezTo>
                  <a:cubicBezTo>
                    <a:pt x="41267" y="523769"/>
                    <a:pt x="-3931" y="464726"/>
                    <a:pt x="270" y="389989"/>
                  </a:cubicBezTo>
                  <a:cubicBezTo>
                    <a:pt x="5579" y="295359"/>
                    <a:pt x="66437" y="229494"/>
                    <a:pt x="167050" y="216690"/>
                  </a:cubicBezTo>
                  <a:cubicBezTo>
                    <a:pt x="215003" y="210608"/>
                    <a:pt x="264167" y="212590"/>
                    <a:pt x="312726" y="213330"/>
                  </a:cubicBezTo>
                  <a:cubicBezTo>
                    <a:pt x="331175" y="213599"/>
                    <a:pt x="335644" y="206239"/>
                    <a:pt x="337022" y="190680"/>
                  </a:cubicBezTo>
                  <a:cubicBezTo>
                    <a:pt x="340181" y="155026"/>
                    <a:pt x="318170" y="129049"/>
                    <a:pt x="280062" y="125857"/>
                  </a:cubicBezTo>
                  <a:cubicBezTo>
                    <a:pt x="236174" y="122160"/>
                    <a:pt x="194370" y="131805"/>
                    <a:pt x="153843" y="147767"/>
                  </a:cubicBezTo>
                  <a:cubicBezTo>
                    <a:pt x="138351" y="153850"/>
                    <a:pt x="123229" y="160873"/>
                    <a:pt x="105620" y="168434"/>
                  </a:cubicBezTo>
                  <a:cubicBezTo>
                    <a:pt x="95371" y="136644"/>
                    <a:pt x="84618" y="106198"/>
                    <a:pt x="76351" y="75080"/>
                  </a:cubicBezTo>
                  <a:cubicBezTo>
                    <a:pt x="74771" y="69065"/>
                    <a:pt x="81055" y="56564"/>
                    <a:pt x="86970" y="53641"/>
                  </a:cubicBezTo>
                  <a:cubicBezTo>
                    <a:pt x="178005" y="8610"/>
                    <a:pt x="273207" y="-14409"/>
                    <a:pt x="374491" y="9753"/>
                  </a:cubicBezTo>
                  <a:cubicBezTo>
                    <a:pt x="454806" y="28908"/>
                    <a:pt x="494594" y="83414"/>
                    <a:pt x="488377" y="167695"/>
                  </a:cubicBezTo>
                  <a:cubicBezTo>
                    <a:pt x="483168" y="238533"/>
                    <a:pt x="472986" y="308969"/>
                    <a:pt x="465526" y="379639"/>
                  </a:cubicBezTo>
                  <a:cubicBezTo>
                    <a:pt x="461225" y="420200"/>
                    <a:pt x="457696" y="460861"/>
                    <a:pt x="454369" y="501523"/>
                  </a:cubicBezTo>
                  <a:cubicBezTo>
                    <a:pt x="452689" y="522257"/>
                    <a:pt x="450034" y="525382"/>
                    <a:pt x="429065" y="525382"/>
                  </a:cubicBezTo>
                  <a:cubicBezTo>
                    <a:pt x="383262" y="525416"/>
                    <a:pt x="337492" y="525382"/>
                    <a:pt x="288866" y="525382"/>
                  </a:cubicBezTo>
                  <a:close/>
                  <a:moveTo>
                    <a:pt x="322908" y="299593"/>
                  </a:moveTo>
                  <a:cubicBezTo>
                    <a:pt x="284263" y="291897"/>
                    <a:pt x="247701" y="288839"/>
                    <a:pt x="211038" y="297106"/>
                  </a:cubicBezTo>
                  <a:cubicBezTo>
                    <a:pt x="187582" y="302416"/>
                    <a:pt x="166814" y="313270"/>
                    <a:pt x="151121" y="331954"/>
                  </a:cubicBezTo>
                  <a:cubicBezTo>
                    <a:pt x="119633" y="369490"/>
                    <a:pt x="138385" y="422014"/>
                    <a:pt x="186204" y="431625"/>
                  </a:cubicBezTo>
                  <a:cubicBezTo>
                    <a:pt x="209963" y="436397"/>
                    <a:pt x="232041" y="432398"/>
                    <a:pt x="252237" y="419662"/>
                  </a:cubicBezTo>
                  <a:cubicBezTo>
                    <a:pt x="295621" y="392274"/>
                    <a:pt x="316086" y="351109"/>
                    <a:pt x="322908" y="2995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205;p22">
              <a:extLst>
                <a:ext uri="{FF2B5EF4-FFF2-40B4-BE49-F238E27FC236}">
                  <a16:creationId xmlns:a16="http://schemas.microsoft.com/office/drawing/2014/main" id="{22315364-571D-D07D-F334-72F693DB6EC2}"/>
                </a:ext>
              </a:extLst>
            </p:cNvPr>
            <p:cNvSpPr/>
            <p:nvPr/>
          </p:nvSpPr>
          <p:spPr>
            <a:xfrm rot="5400000">
              <a:off x="11086918" y="2411877"/>
              <a:ext cx="478841" cy="495132"/>
            </a:xfrm>
            <a:custGeom>
              <a:avLst/>
              <a:gdLst/>
              <a:ahLst/>
              <a:cxnLst/>
              <a:rect l="l" t="t" r="r" b="b"/>
              <a:pathLst>
                <a:path w="478841" h="495132" extrusionOk="0">
                  <a:moveTo>
                    <a:pt x="232200" y="149406"/>
                  </a:moveTo>
                  <a:lnTo>
                    <a:pt x="54297" y="149406"/>
                  </a:lnTo>
                  <a:cubicBezTo>
                    <a:pt x="61891" y="98495"/>
                    <a:pt x="69184" y="49634"/>
                    <a:pt x="76577" y="0"/>
                  </a:cubicBezTo>
                  <a:lnTo>
                    <a:pt x="478522" y="0"/>
                  </a:lnTo>
                  <a:cubicBezTo>
                    <a:pt x="478522" y="23893"/>
                    <a:pt x="479395" y="46744"/>
                    <a:pt x="478253" y="69461"/>
                  </a:cubicBezTo>
                  <a:cubicBezTo>
                    <a:pt x="477211" y="90497"/>
                    <a:pt x="466122" y="106964"/>
                    <a:pt x="451873" y="122321"/>
                  </a:cubicBezTo>
                  <a:cubicBezTo>
                    <a:pt x="385941" y="193260"/>
                    <a:pt x="320613" y="264737"/>
                    <a:pt x="255084" y="336046"/>
                  </a:cubicBezTo>
                  <a:cubicBezTo>
                    <a:pt x="253606" y="337659"/>
                    <a:pt x="252430" y="339541"/>
                    <a:pt x="249304" y="343742"/>
                  </a:cubicBezTo>
                  <a:lnTo>
                    <a:pt x="438163" y="343742"/>
                  </a:lnTo>
                  <a:cubicBezTo>
                    <a:pt x="436382" y="354764"/>
                    <a:pt x="435138" y="363400"/>
                    <a:pt x="433626" y="371970"/>
                  </a:cubicBezTo>
                  <a:cubicBezTo>
                    <a:pt x="427476" y="406112"/>
                    <a:pt x="420453" y="440153"/>
                    <a:pt x="415412" y="474464"/>
                  </a:cubicBezTo>
                  <a:cubicBezTo>
                    <a:pt x="413093" y="490291"/>
                    <a:pt x="407280" y="495231"/>
                    <a:pt x="390847" y="495131"/>
                  </a:cubicBezTo>
                  <a:cubicBezTo>
                    <a:pt x="267653" y="494358"/>
                    <a:pt x="144492" y="494727"/>
                    <a:pt x="21297" y="494727"/>
                  </a:cubicBezTo>
                  <a:cubicBezTo>
                    <a:pt x="18508" y="494727"/>
                    <a:pt x="15685" y="494458"/>
                    <a:pt x="12896" y="494727"/>
                  </a:cubicBezTo>
                  <a:cubicBezTo>
                    <a:pt x="3318" y="495769"/>
                    <a:pt x="-109" y="491098"/>
                    <a:pt x="59" y="482058"/>
                  </a:cubicBezTo>
                  <a:cubicBezTo>
                    <a:pt x="462" y="459106"/>
                    <a:pt x="-983" y="435986"/>
                    <a:pt x="1504" y="413303"/>
                  </a:cubicBezTo>
                  <a:cubicBezTo>
                    <a:pt x="2613" y="403323"/>
                    <a:pt x="9905" y="392771"/>
                    <a:pt x="17063" y="384907"/>
                  </a:cubicBezTo>
                  <a:cubicBezTo>
                    <a:pt x="83298" y="311952"/>
                    <a:pt x="150137" y="239534"/>
                    <a:pt x="216775" y="166948"/>
                  </a:cubicBezTo>
                  <a:cubicBezTo>
                    <a:pt x="220909" y="162445"/>
                    <a:pt x="224840" y="157774"/>
                    <a:pt x="232166" y="14940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206;p22">
              <a:extLst>
                <a:ext uri="{FF2B5EF4-FFF2-40B4-BE49-F238E27FC236}">
                  <a16:creationId xmlns:a16="http://schemas.microsoft.com/office/drawing/2014/main" id="{0E90D2AF-C947-FF91-B2A0-D46B89A02A20}"/>
                </a:ext>
              </a:extLst>
            </p:cNvPr>
            <p:cNvSpPr/>
            <p:nvPr/>
          </p:nvSpPr>
          <p:spPr>
            <a:xfrm rot="5400000">
              <a:off x="11219643" y="4563687"/>
              <a:ext cx="353756" cy="663525"/>
            </a:xfrm>
            <a:custGeom>
              <a:avLst/>
              <a:gdLst/>
              <a:ahLst/>
              <a:cxnLst/>
              <a:rect l="l" t="t" r="r" b="b"/>
              <a:pathLst>
                <a:path w="353756" h="663525" extrusionOk="0">
                  <a:moveTo>
                    <a:pt x="353756" y="158950"/>
                  </a:moveTo>
                  <a:cubicBezTo>
                    <a:pt x="347069" y="200216"/>
                    <a:pt x="341255" y="238257"/>
                    <a:pt x="334232" y="276096"/>
                  </a:cubicBezTo>
                  <a:cubicBezTo>
                    <a:pt x="333627" y="279456"/>
                    <a:pt x="325360" y="283455"/>
                    <a:pt x="320521" y="283589"/>
                  </a:cubicBezTo>
                  <a:cubicBezTo>
                    <a:pt x="295351" y="284262"/>
                    <a:pt x="270148" y="284530"/>
                    <a:pt x="244978" y="283455"/>
                  </a:cubicBezTo>
                  <a:cubicBezTo>
                    <a:pt x="231234" y="282884"/>
                    <a:pt x="224647" y="286748"/>
                    <a:pt x="222832" y="301198"/>
                  </a:cubicBezTo>
                  <a:cubicBezTo>
                    <a:pt x="215137" y="363367"/>
                    <a:pt x="206198" y="425401"/>
                    <a:pt x="198503" y="487603"/>
                  </a:cubicBezTo>
                  <a:cubicBezTo>
                    <a:pt x="194537" y="519662"/>
                    <a:pt x="208080" y="531558"/>
                    <a:pt x="239870" y="524367"/>
                  </a:cubicBezTo>
                  <a:cubicBezTo>
                    <a:pt x="262183" y="519326"/>
                    <a:pt x="284094" y="512571"/>
                    <a:pt x="308793" y="505850"/>
                  </a:cubicBezTo>
                  <a:cubicBezTo>
                    <a:pt x="308255" y="512302"/>
                    <a:pt x="307987" y="517444"/>
                    <a:pt x="307348" y="522552"/>
                  </a:cubicBezTo>
                  <a:cubicBezTo>
                    <a:pt x="304626" y="544193"/>
                    <a:pt x="301232" y="565734"/>
                    <a:pt x="299115" y="587442"/>
                  </a:cubicBezTo>
                  <a:cubicBezTo>
                    <a:pt x="296931" y="610025"/>
                    <a:pt x="286816" y="627734"/>
                    <a:pt x="266082" y="636337"/>
                  </a:cubicBezTo>
                  <a:cubicBezTo>
                    <a:pt x="210365" y="659424"/>
                    <a:pt x="152800" y="671622"/>
                    <a:pt x="92480" y="657508"/>
                  </a:cubicBezTo>
                  <a:cubicBezTo>
                    <a:pt x="45400" y="646486"/>
                    <a:pt x="19692" y="614662"/>
                    <a:pt x="23759" y="566372"/>
                  </a:cubicBezTo>
                  <a:cubicBezTo>
                    <a:pt x="31286" y="477219"/>
                    <a:pt x="41569" y="388301"/>
                    <a:pt x="50709" y="299316"/>
                  </a:cubicBezTo>
                  <a:cubicBezTo>
                    <a:pt x="51180" y="294914"/>
                    <a:pt x="51785" y="290512"/>
                    <a:pt x="52558" y="283925"/>
                  </a:cubicBezTo>
                  <a:lnTo>
                    <a:pt x="0" y="283925"/>
                  </a:lnTo>
                  <a:cubicBezTo>
                    <a:pt x="3562" y="254051"/>
                    <a:pt x="6855" y="226495"/>
                    <a:pt x="10149" y="198939"/>
                  </a:cubicBezTo>
                  <a:cubicBezTo>
                    <a:pt x="10216" y="198368"/>
                    <a:pt x="10350" y="197830"/>
                    <a:pt x="10418" y="197293"/>
                  </a:cubicBezTo>
                  <a:cubicBezTo>
                    <a:pt x="16298" y="156799"/>
                    <a:pt x="16231" y="156564"/>
                    <a:pt x="56826" y="149305"/>
                  </a:cubicBezTo>
                  <a:cubicBezTo>
                    <a:pt x="68856" y="147155"/>
                    <a:pt x="76081" y="140971"/>
                    <a:pt x="78635" y="129311"/>
                  </a:cubicBezTo>
                  <a:cubicBezTo>
                    <a:pt x="81290" y="117314"/>
                    <a:pt x="83104" y="105082"/>
                    <a:pt x="86095" y="93186"/>
                  </a:cubicBezTo>
                  <a:cubicBezTo>
                    <a:pt x="91136" y="73090"/>
                    <a:pt x="102326" y="56489"/>
                    <a:pt x="121850" y="49298"/>
                  </a:cubicBezTo>
                  <a:cubicBezTo>
                    <a:pt x="167889" y="32328"/>
                    <a:pt x="214532" y="17071"/>
                    <a:pt x="264200" y="0"/>
                  </a:cubicBezTo>
                  <a:cubicBezTo>
                    <a:pt x="257613" y="53566"/>
                    <a:pt x="251296" y="105250"/>
                    <a:pt x="244709" y="158950"/>
                  </a:cubicBezTo>
                  <a:lnTo>
                    <a:pt x="353622" y="1589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0" y="-15125"/>
            <a:ext cx="6096001" cy="6287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4507667" y="316667"/>
            <a:ext cx="356384" cy="178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605715">
            <a:off x="4323286" y="850389"/>
            <a:ext cx="124112" cy="97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589488">
            <a:off x="593124" y="830278"/>
            <a:ext cx="202415" cy="15825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9"/>
          <p:cNvSpPr/>
          <p:nvPr/>
        </p:nvSpPr>
        <p:spPr>
          <a:xfrm>
            <a:off x="823745" y="2261711"/>
            <a:ext cx="515764" cy="515764"/>
          </a:xfrm>
          <a:prstGeom prst="ellipse">
            <a:avLst/>
          </a:prstGeom>
          <a:solidFill>
            <a:srgbClr val="D8D8D8"/>
          </a:solidFill>
          <a:ln>
            <a:noFill/>
          </a:ln>
          <a:effectLst>
            <a:outerShdw blurRad="38100" sx="102000" sy="102000" algn="ctr" rotWithShape="0">
              <a:srgbClr val="000000">
                <a:alpha val="1176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823745" y="2373588"/>
            <a:ext cx="50636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1400" b="1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2" name="Google Shape;132;p1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422771" y="0"/>
            <a:ext cx="1544422" cy="77433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9"/>
          <p:cNvSpPr/>
          <p:nvPr/>
        </p:nvSpPr>
        <p:spPr>
          <a:xfrm>
            <a:off x="833593" y="2957654"/>
            <a:ext cx="515764" cy="515764"/>
          </a:xfrm>
          <a:prstGeom prst="ellipse">
            <a:avLst/>
          </a:prstGeom>
          <a:solidFill>
            <a:srgbClr val="D8D8D8"/>
          </a:solidFill>
          <a:ln>
            <a:noFill/>
          </a:ln>
          <a:effectLst>
            <a:outerShdw blurRad="38100" sx="102000" sy="102000" algn="ctr" rotWithShape="0">
              <a:srgbClr val="000000">
                <a:alpha val="1176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9"/>
          <p:cNvSpPr txBox="1"/>
          <p:nvPr/>
        </p:nvSpPr>
        <p:spPr>
          <a:xfrm>
            <a:off x="807296" y="3092046"/>
            <a:ext cx="50636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sz="1400" b="1" dirty="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861937" y="3740840"/>
            <a:ext cx="515764" cy="515764"/>
          </a:xfrm>
          <a:prstGeom prst="ellipse">
            <a:avLst/>
          </a:prstGeom>
          <a:solidFill>
            <a:srgbClr val="D8D8D8"/>
          </a:solidFill>
          <a:ln>
            <a:noFill/>
          </a:ln>
          <a:effectLst>
            <a:outerShdw blurRad="38100" sx="102000" sy="102000" algn="ctr" rotWithShape="0">
              <a:srgbClr val="000000">
                <a:alpha val="1176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9"/>
          <p:cNvSpPr txBox="1"/>
          <p:nvPr/>
        </p:nvSpPr>
        <p:spPr>
          <a:xfrm>
            <a:off x="861937" y="3846935"/>
            <a:ext cx="50636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sz="1400" b="1" dirty="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833593" y="4569728"/>
            <a:ext cx="515764" cy="515764"/>
          </a:xfrm>
          <a:prstGeom prst="ellipse">
            <a:avLst/>
          </a:prstGeom>
          <a:solidFill>
            <a:srgbClr val="D8D8D8"/>
          </a:solidFill>
          <a:ln>
            <a:noFill/>
          </a:ln>
          <a:effectLst>
            <a:outerShdw blurRad="38100" sx="102000" sy="102000" algn="ctr" rotWithShape="0">
              <a:srgbClr val="000000">
                <a:alpha val="1176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9"/>
          <p:cNvSpPr txBox="1"/>
          <p:nvPr/>
        </p:nvSpPr>
        <p:spPr>
          <a:xfrm>
            <a:off x="813898" y="4673722"/>
            <a:ext cx="53545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sz="1400" b="1" dirty="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4" name="Google Shape;144;p19"/>
          <p:cNvSpPr txBox="1">
            <a:spLocks noGrp="1"/>
          </p:cNvSpPr>
          <p:nvPr>
            <p:ph type="title"/>
          </p:nvPr>
        </p:nvSpPr>
        <p:spPr>
          <a:xfrm>
            <a:off x="581106" y="653882"/>
            <a:ext cx="3942767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IN" dirty="0"/>
              <a:t>Introduction &amp; Objectives</a:t>
            </a:r>
            <a:endParaRPr dirty="0"/>
          </a:p>
        </p:txBody>
      </p:sp>
      <p:sp>
        <p:nvSpPr>
          <p:cNvPr id="146" name="Google Shape;146;p19"/>
          <p:cNvSpPr txBox="1">
            <a:spLocks noGrp="1"/>
          </p:cNvSpPr>
          <p:nvPr>
            <p:ph type="body" idx="2"/>
          </p:nvPr>
        </p:nvSpPr>
        <p:spPr>
          <a:xfrm>
            <a:off x="1456665" y="2993327"/>
            <a:ext cx="4708902" cy="48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>
              <a:spcBef>
                <a:spcPts val="0"/>
              </a:spcBef>
            </a:pPr>
            <a:r>
              <a:rPr lang="en-US" dirty="0"/>
              <a:t>Choosing the right countries and cities is critical to reduce competition risk</a:t>
            </a:r>
            <a:endParaRPr sz="1400" dirty="0">
              <a:solidFill>
                <a:srgbClr val="0C0C0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7" name="Google Shape;147;p19"/>
          <p:cNvSpPr txBox="1">
            <a:spLocks noGrp="1"/>
          </p:cNvSpPr>
          <p:nvPr>
            <p:ph type="body" idx="3"/>
          </p:nvPr>
        </p:nvSpPr>
        <p:spPr>
          <a:xfrm>
            <a:off x="1438511" y="3776513"/>
            <a:ext cx="4745211" cy="48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>
              <a:spcBef>
                <a:spcPts val="0"/>
              </a:spcBef>
            </a:pPr>
            <a:r>
              <a:rPr lang="en-US" dirty="0"/>
              <a:t>This analysis focuses on identifying high-potential global markets for expansion.</a:t>
            </a:r>
            <a:endParaRPr sz="1400" dirty="0">
              <a:solidFill>
                <a:srgbClr val="0C0C0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8" name="Google Shape;148;p19"/>
          <p:cNvSpPr txBox="1">
            <a:spLocks noGrp="1"/>
          </p:cNvSpPr>
          <p:nvPr>
            <p:ph type="body" idx="4"/>
          </p:nvPr>
        </p:nvSpPr>
        <p:spPr>
          <a:xfrm>
            <a:off x="1438511" y="2297384"/>
            <a:ext cx="5400151" cy="48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>
              <a:spcBef>
                <a:spcPts val="0"/>
              </a:spcBef>
            </a:pPr>
            <a:r>
              <a:rPr lang="en-US" dirty="0"/>
              <a:t>Zomato is a global food discovery and delivery platform operating across multiple countries.</a:t>
            </a:r>
            <a:endParaRPr sz="1400" dirty="0">
              <a:solidFill>
                <a:srgbClr val="0C0C0C"/>
              </a:solidFill>
              <a:ea typeface="Calibri" panose="020F0502020204030204" pitchFamily="34" charset="0"/>
              <a:sym typeface="Poppins"/>
            </a:endParaRPr>
          </a:p>
        </p:txBody>
      </p:sp>
      <p:sp>
        <p:nvSpPr>
          <p:cNvPr id="149" name="Google Shape;149;p19"/>
          <p:cNvSpPr txBox="1">
            <a:spLocks noGrp="1"/>
          </p:cNvSpPr>
          <p:nvPr>
            <p:ph type="body" idx="5"/>
          </p:nvPr>
        </p:nvSpPr>
        <p:spPr>
          <a:xfrm>
            <a:off x="1438511" y="4539847"/>
            <a:ext cx="4651016" cy="673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>
              <a:spcBef>
                <a:spcPts val="0"/>
              </a:spcBef>
            </a:pPr>
            <a:r>
              <a:rPr lang="en-US" dirty="0"/>
              <a:t>The objective is to recommend countries, cities, cuisines, price ranges, and service features backed by data.</a:t>
            </a:r>
            <a:endParaRPr sz="1400" dirty="0">
              <a:solidFill>
                <a:srgbClr val="0C0C0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" name="Google Shape;200;p22">
            <a:extLst>
              <a:ext uri="{FF2B5EF4-FFF2-40B4-BE49-F238E27FC236}">
                <a16:creationId xmlns:a16="http://schemas.microsoft.com/office/drawing/2014/main" id="{DC6CE9E8-40FD-C24D-0B99-71084E2546F3}"/>
              </a:ext>
            </a:extLst>
          </p:cNvPr>
          <p:cNvGrpSpPr/>
          <p:nvPr/>
        </p:nvGrpSpPr>
        <p:grpSpPr>
          <a:xfrm>
            <a:off x="10758933" y="1503151"/>
            <a:ext cx="685825" cy="3214201"/>
            <a:chOff x="11059391" y="2420023"/>
            <a:chExt cx="668892" cy="3134840"/>
          </a:xfrm>
        </p:grpSpPr>
        <p:sp>
          <p:nvSpPr>
            <p:cNvPr id="3" name="Google Shape;201;p22">
              <a:extLst>
                <a:ext uri="{FF2B5EF4-FFF2-40B4-BE49-F238E27FC236}">
                  <a16:creationId xmlns:a16="http://schemas.microsoft.com/office/drawing/2014/main" id="{953CCDEB-8FF6-D260-C586-0A4218488E3E}"/>
                </a:ext>
              </a:extLst>
            </p:cNvPr>
            <p:cNvSpPr/>
            <p:nvPr/>
          </p:nvSpPr>
          <p:spPr>
            <a:xfrm rot="5400000">
              <a:off x="10934570" y="3523986"/>
              <a:ext cx="793785" cy="518645"/>
            </a:xfrm>
            <a:custGeom>
              <a:avLst/>
              <a:gdLst/>
              <a:ahLst/>
              <a:cxnLst/>
              <a:rect l="l" t="t" r="r" b="b"/>
              <a:pathLst>
                <a:path w="793785" h="518645" extrusionOk="0">
                  <a:moveTo>
                    <a:pt x="280968" y="516784"/>
                  </a:moveTo>
                  <a:cubicBezTo>
                    <a:pt x="287790" y="470409"/>
                    <a:pt x="294343" y="426253"/>
                    <a:pt x="300795" y="382063"/>
                  </a:cubicBezTo>
                  <a:cubicBezTo>
                    <a:pt x="309600" y="321675"/>
                    <a:pt x="318370" y="261321"/>
                    <a:pt x="327108" y="200934"/>
                  </a:cubicBezTo>
                  <a:cubicBezTo>
                    <a:pt x="328922" y="188366"/>
                    <a:pt x="329897" y="175529"/>
                    <a:pt x="316488" y="168371"/>
                  </a:cubicBezTo>
                  <a:cubicBezTo>
                    <a:pt x="302879" y="161079"/>
                    <a:pt x="291655" y="167867"/>
                    <a:pt x="281506" y="176671"/>
                  </a:cubicBezTo>
                  <a:cubicBezTo>
                    <a:pt x="238492" y="213905"/>
                    <a:pt x="214834" y="261960"/>
                    <a:pt x="205929" y="317172"/>
                  </a:cubicBezTo>
                  <a:cubicBezTo>
                    <a:pt x="196386" y="376283"/>
                    <a:pt x="188522" y="435696"/>
                    <a:pt x="180625" y="495075"/>
                  </a:cubicBezTo>
                  <a:cubicBezTo>
                    <a:pt x="178474" y="511205"/>
                    <a:pt x="172392" y="518363"/>
                    <a:pt x="154884" y="517994"/>
                  </a:cubicBezTo>
                  <a:cubicBezTo>
                    <a:pt x="104040" y="516985"/>
                    <a:pt x="53163" y="517624"/>
                    <a:pt x="0" y="517624"/>
                  </a:cubicBezTo>
                  <a:cubicBezTo>
                    <a:pt x="706" y="510399"/>
                    <a:pt x="1109" y="504014"/>
                    <a:pt x="1983" y="497730"/>
                  </a:cubicBezTo>
                  <a:cubicBezTo>
                    <a:pt x="18785" y="377459"/>
                    <a:pt x="36259" y="257255"/>
                    <a:pt x="52020" y="136850"/>
                  </a:cubicBezTo>
                  <a:cubicBezTo>
                    <a:pt x="56153" y="105362"/>
                    <a:pt x="55347" y="73169"/>
                    <a:pt x="56053" y="41278"/>
                  </a:cubicBezTo>
                  <a:cubicBezTo>
                    <a:pt x="56288" y="29987"/>
                    <a:pt x="59312" y="23233"/>
                    <a:pt x="71679" y="22258"/>
                  </a:cubicBezTo>
                  <a:cubicBezTo>
                    <a:pt x="121346" y="18461"/>
                    <a:pt x="171014" y="14294"/>
                    <a:pt x="220682" y="10362"/>
                  </a:cubicBezTo>
                  <a:cubicBezTo>
                    <a:pt x="222765" y="10194"/>
                    <a:pt x="224916" y="10900"/>
                    <a:pt x="229318" y="11505"/>
                  </a:cubicBezTo>
                  <a:lnTo>
                    <a:pt x="229318" y="147973"/>
                  </a:lnTo>
                  <a:cubicBezTo>
                    <a:pt x="237148" y="136716"/>
                    <a:pt x="245986" y="124047"/>
                    <a:pt x="254790" y="111378"/>
                  </a:cubicBezTo>
                  <a:cubicBezTo>
                    <a:pt x="280061" y="74950"/>
                    <a:pt x="311649" y="45244"/>
                    <a:pt x="349656" y="22493"/>
                  </a:cubicBezTo>
                  <a:cubicBezTo>
                    <a:pt x="358259" y="17352"/>
                    <a:pt x="367400" y="12849"/>
                    <a:pt x="376742" y="9220"/>
                  </a:cubicBezTo>
                  <a:cubicBezTo>
                    <a:pt x="448051" y="-18471"/>
                    <a:pt x="506052" y="18024"/>
                    <a:pt x="511832" y="94407"/>
                  </a:cubicBezTo>
                  <a:cubicBezTo>
                    <a:pt x="512941" y="109261"/>
                    <a:pt x="512000" y="124282"/>
                    <a:pt x="515562" y="140681"/>
                  </a:cubicBezTo>
                  <a:cubicBezTo>
                    <a:pt x="526719" y="126533"/>
                    <a:pt x="536901" y="111445"/>
                    <a:pt x="549201" y="98373"/>
                  </a:cubicBezTo>
                  <a:cubicBezTo>
                    <a:pt x="572489" y="73606"/>
                    <a:pt x="595071" y="47596"/>
                    <a:pt x="621484" y="26560"/>
                  </a:cubicBezTo>
                  <a:cubicBezTo>
                    <a:pt x="650586" y="3372"/>
                    <a:pt x="686644" y="-2441"/>
                    <a:pt x="723542" y="3137"/>
                  </a:cubicBezTo>
                  <a:cubicBezTo>
                    <a:pt x="769647" y="10093"/>
                    <a:pt x="796464" y="39833"/>
                    <a:pt x="793574" y="86342"/>
                  </a:cubicBezTo>
                  <a:cubicBezTo>
                    <a:pt x="790112" y="142126"/>
                    <a:pt x="784097" y="197876"/>
                    <a:pt x="776099" y="253223"/>
                  </a:cubicBezTo>
                  <a:cubicBezTo>
                    <a:pt x="764573" y="332967"/>
                    <a:pt x="750291" y="412307"/>
                    <a:pt x="737118" y="491849"/>
                  </a:cubicBezTo>
                  <a:cubicBezTo>
                    <a:pt x="733455" y="514028"/>
                    <a:pt x="730195" y="517456"/>
                    <a:pt x="708050" y="517758"/>
                  </a:cubicBezTo>
                  <a:cubicBezTo>
                    <a:pt x="666615" y="518363"/>
                    <a:pt x="625181" y="517758"/>
                    <a:pt x="583780" y="518632"/>
                  </a:cubicBezTo>
                  <a:cubicBezTo>
                    <a:pt x="568691" y="518968"/>
                    <a:pt x="566104" y="513121"/>
                    <a:pt x="567986" y="499545"/>
                  </a:cubicBezTo>
                  <a:cubicBezTo>
                    <a:pt x="581293" y="403066"/>
                    <a:pt x="594063" y="306486"/>
                    <a:pt x="606933" y="209940"/>
                  </a:cubicBezTo>
                  <a:cubicBezTo>
                    <a:pt x="607908" y="202715"/>
                    <a:pt x="608714" y="195490"/>
                    <a:pt x="609017" y="188231"/>
                  </a:cubicBezTo>
                  <a:cubicBezTo>
                    <a:pt x="609991" y="165616"/>
                    <a:pt x="601254" y="159768"/>
                    <a:pt x="580352" y="169514"/>
                  </a:cubicBezTo>
                  <a:cubicBezTo>
                    <a:pt x="551015" y="183191"/>
                    <a:pt x="532835" y="207924"/>
                    <a:pt x="517444" y="235009"/>
                  </a:cubicBezTo>
                  <a:cubicBezTo>
                    <a:pt x="490762" y="282022"/>
                    <a:pt x="484747" y="334378"/>
                    <a:pt x="478328" y="386734"/>
                  </a:cubicBezTo>
                  <a:cubicBezTo>
                    <a:pt x="473489" y="426186"/>
                    <a:pt x="467407" y="465470"/>
                    <a:pt x="462265" y="504854"/>
                  </a:cubicBezTo>
                  <a:cubicBezTo>
                    <a:pt x="461257" y="512617"/>
                    <a:pt x="459308" y="516985"/>
                    <a:pt x="450235" y="516918"/>
                  </a:cubicBezTo>
                  <a:cubicBezTo>
                    <a:pt x="394855" y="516616"/>
                    <a:pt x="339474" y="516784"/>
                    <a:pt x="281036" y="51678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202;p22">
              <a:extLst>
                <a:ext uri="{FF2B5EF4-FFF2-40B4-BE49-F238E27FC236}">
                  <a16:creationId xmlns:a16="http://schemas.microsoft.com/office/drawing/2014/main" id="{6F1CC33D-8738-B232-3120-15B321ACA53E}"/>
                </a:ext>
              </a:extLst>
            </p:cNvPr>
            <p:cNvSpPr/>
            <p:nvPr/>
          </p:nvSpPr>
          <p:spPr>
            <a:xfrm rot="5400000">
              <a:off x="11081233" y="5041760"/>
              <a:ext cx="492264" cy="533941"/>
            </a:xfrm>
            <a:custGeom>
              <a:avLst/>
              <a:gdLst/>
              <a:ahLst/>
              <a:cxnLst/>
              <a:rect l="l" t="t" r="r" b="b"/>
              <a:pathLst>
                <a:path w="492264" h="533941" extrusionOk="0">
                  <a:moveTo>
                    <a:pt x="263042" y="100"/>
                  </a:moveTo>
                  <a:cubicBezTo>
                    <a:pt x="400048" y="-3327"/>
                    <a:pt x="488730" y="81457"/>
                    <a:pt x="492091" y="204484"/>
                  </a:cubicBezTo>
                  <a:cubicBezTo>
                    <a:pt x="494914" y="308389"/>
                    <a:pt x="463594" y="398550"/>
                    <a:pt x="385094" y="469288"/>
                  </a:cubicBezTo>
                  <a:cubicBezTo>
                    <a:pt x="308072" y="538648"/>
                    <a:pt x="186961" y="554073"/>
                    <a:pt x="101672" y="506455"/>
                  </a:cubicBezTo>
                  <a:cubicBezTo>
                    <a:pt x="38798" y="471372"/>
                    <a:pt x="9562" y="414042"/>
                    <a:pt x="2303" y="345993"/>
                  </a:cubicBezTo>
                  <a:cubicBezTo>
                    <a:pt x="-10870" y="222798"/>
                    <a:pt x="32514" y="121850"/>
                    <a:pt x="131244" y="46273"/>
                  </a:cubicBezTo>
                  <a:cubicBezTo>
                    <a:pt x="174023" y="13509"/>
                    <a:pt x="223892" y="67"/>
                    <a:pt x="263109" y="100"/>
                  </a:cubicBezTo>
                  <a:close/>
                  <a:moveTo>
                    <a:pt x="171906" y="303516"/>
                  </a:moveTo>
                  <a:cubicBezTo>
                    <a:pt x="177585" y="326065"/>
                    <a:pt x="180979" y="349588"/>
                    <a:pt x="189582" y="370961"/>
                  </a:cubicBezTo>
                  <a:cubicBezTo>
                    <a:pt x="199730" y="396198"/>
                    <a:pt x="223489" y="403053"/>
                    <a:pt x="246273" y="388133"/>
                  </a:cubicBezTo>
                  <a:cubicBezTo>
                    <a:pt x="258875" y="379866"/>
                    <a:pt x="271073" y="368071"/>
                    <a:pt x="278365" y="355032"/>
                  </a:cubicBezTo>
                  <a:cubicBezTo>
                    <a:pt x="309954" y="298610"/>
                    <a:pt x="314591" y="238424"/>
                    <a:pt x="297486" y="176457"/>
                  </a:cubicBezTo>
                  <a:cubicBezTo>
                    <a:pt x="292378" y="157975"/>
                    <a:pt x="279777" y="146784"/>
                    <a:pt x="260555" y="144533"/>
                  </a:cubicBezTo>
                  <a:cubicBezTo>
                    <a:pt x="241467" y="142315"/>
                    <a:pt x="226950" y="150279"/>
                    <a:pt x="216634" y="166376"/>
                  </a:cubicBezTo>
                  <a:cubicBezTo>
                    <a:pt x="190086" y="207911"/>
                    <a:pt x="175535" y="253076"/>
                    <a:pt x="171939" y="3035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203;p22">
              <a:extLst>
                <a:ext uri="{FF2B5EF4-FFF2-40B4-BE49-F238E27FC236}">
                  <a16:creationId xmlns:a16="http://schemas.microsoft.com/office/drawing/2014/main" id="{9931D9B6-43DC-5A60-7BD3-7456EE1AE279}"/>
                </a:ext>
              </a:extLst>
            </p:cNvPr>
            <p:cNvSpPr/>
            <p:nvPr/>
          </p:nvSpPr>
          <p:spPr>
            <a:xfrm rot="5400000">
              <a:off x="11081802" y="2871110"/>
              <a:ext cx="485200" cy="530022"/>
            </a:xfrm>
            <a:custGeom>
              <a:avLst/>
              <a:gdLst/>
              <a:ahLst/>
              <a:cxnLst/>
              <a:rect l="l" t="t" r="r" b="b"/>
              <a:pathLst>
                <a:path w="485200" h="530022" extrusionOk="0">
                  <a:moveTo>
                    <a:pt x="485200" y="223253"/>
                  </a:moveTo>
                  <a:cubicBezTo>
                    <a:pt x="484125" y="348766"/>
                    <a:pt x="431970" y="445413"/>
                    <a:pt x="319496" y="503751"/>
                  </a:cubicBezTo>
                  <a:cubicBezTo>
                    <a:pt x="254739" y="537355"/>
                    <a:pt x="185111" y="537994"/>
                    <a:pt x="117666" y="509833"/>
                  </a:cubicBezTo>
                  <a:cubicBezTo>
                    <a:pt x="50255" y="481706"/>
                    <a:pt x="16281" y="426763"/>
                    <a:pt x="4620" y="356226"/>
                  </a:cubicBezTo>
                  <a:cubicBezTo>
                    <a:pt x="-17021" y="225370"/>
                    <a:pt x="38460" y="100495"/>
                    <a:pt x="148112" y="34328"/>
                  </a:cubicBezTo>
                  <a:cubicBezTo>
                    <a:pt x="238408" y="-20145"/>
                    <a:pt x="361064" y="-8720"/>
                    <a:pt x="429887" y="61010"/>
                  </a:cubicBezTo>
                  <a:cubicBezTo>
                    <a:pt x="470582" y="102209"/>
                    <a:pt x="484192" y="153691"/>
                    <a:pt x="485133" y="209777"/>
                  </a:cubicBezTo>
                  <a:cubicBezTo>
                    <a:pt x="485200" y="214247"/>
                    <a:pt x="485133" y="218750"/>
                    <a:pt x="485133" y="223219"/>
                  </a:cubicBezTo>
                  <a:close/>
                  <a:moveTo>
                    <a:pt x="306759" y="223824"/>
                  </a:moveTo>
                  <a:cubicBezTo>
                    <a:pt x="305281" y="213642"/>
                    <a:pt x="303668" y="195764"/>
                    <a:pt x="299837" y="178391"/>
                  </a:cubicBezTo>
                  <a:cubicBezTo>
                    <a:pt x="295267" y="157623"/>
                    <a:pt x="283001" y="143274"/>
                    <a:pt x="260587" y="140048"/>
                  </a:cubicBezTo>
                  <a:cubicBezTo>
                    <a:pt x="239550" y="137023"/>
                    <a:pt x="224764" y="147273"/>
                    <a:pt x="213977" y="163638"/>
                  </a:cubicBezTo>
                  <a:cubicBezTo>
                    <a:pt x="173920" y="224530"/>
                    <a:pt x="165956" y="290563"/>
                    <a:pt x="185884" y="359788"/>
                  </a:cubicBezTo>
                  <a:cubicBezTo>
                    <a:pt x="194520" y="389764"/>
                    <a:pt x="229233" y="400181"/>
                    <a:pt x="253698" y="380254"/>
                  </a:cubicBezTo>
                  <a:cubicBezTo>
                    <a:pt x="265426" y="370710"/>
                    <a:pt x="274768" y="357067"/>
                    <a:pt x="282161" y="343625"/>
                  </a:cubicBezTo>
                  <a:cubicBezTo>
                    <a:pt x="301315" y="308911"/>
                    <a:pt x="305247" y="270367"/>
                    <a:pt x="306759" y="22379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204;p22">
              <a:extLst>
                <a:ext uri="{FF2B5EF4-FFF2-40B4-BE49-F238E27FC236}">
                  <a16:creationId xmlns:a16="http://schemas.microsoft.com/office/drawing/2014/main" id="{E5513B07-9318-018F-40F7-FAB03E53F311}"/>
                </a:ext>
              </a:extLst>
            </p:cNvPr>
            <p:cNvSpPr/>
            <p:nvPr/>
          </p:nvSpPr>
          <p:spPr>
            <a:xfrm rot="5400000">
              <a:off x="11093113" y="4169783"/>
              <a:ext cx="489008" cy="532002"/>
            </a:xfrm>
            <a:custGeom>
              <a:avLst/>
              <a:gdLst/>
              <a:ahLst/>
              <a:cxnLst/>
              <a:rect l="l" t="t" r="r" b="b"/>
              <a:pathLst>
                <a:path w="489008" h="532002" extrusionOk="0">
                  <a:moveTo>
                    <a:pt x="288799" y="525382"/>
                  </a:moveTo>
                  <a:cubicBezTo>
                    <a:pt x="292765" y="500717"/>
                    <a:pt x="296327" y="478403"/>
                    <a:pt x="299687" y="457602"/>
                  </a:cubicBezTo>
                  <a:cubicBezTo>
                    <a:pt x="292294" y="464020"/>
                    <a:pt x="284162" y="470741"/>
                    <a:pt x="276433" y="477933"/>
                  </a:cubicBezTo>
                  <a:cubicBezTo>
                    <a:pt x="229857" y="521047"/>
                    <a:pt x="173603" y="536808"/>
                    <a:pt x="112173" y="530759"/>
                  </a:cubicBezTo>
                  <a:cubicBezTo>
                    <a:pt x="41267" y="523769"/>
                    <a:pt x="-3931" y="464726"/>
                    <a:pt x="270" y="389989"/>
                  </a:cubicBezTo>
                  <a:cubicBezTo>
                    <a:pt x="5579" y="295359"/>
                    <a:pt x="66437" y="229494"/>
                    <a:pt x="167050" y="216690"/>
                  </a:cubicBezTo>
                  <a:cubicBezTo>
                    <a:pt x="215003" y="210608"/>
                    <a:pt x="264167" y="212590"/>
                    <a:pt x="312726" y="213330"/>
                  </a:cubicBezTo>
                  <a:cubicBezTo>
                    <a:pt x="331175" y="213599"/>
                    <a:pt x="335644" y="206239"/>
                    <a:pt x="337022" y="190680"/>
                  </a:cubicBezTo>
                  <a:cubicBezTo>
                    <a:pt x="340181" y="155026"/>
                    <a:pt x="318170" y="129049"/>
                    <a:pt x="280062" y="125857"/>
                  </a:cubicBezTo>
                  <a:cubicBezTo>
                    <a:pt x="236174" y="122160"/>
                    <a:pt x="194370" y="131805"/>
                    <a:pt x="153843" y="147767"/>
                  </a:cubicBezTo>
                  <a:cubicBezTo>
                    <a:pt x="138351" y="153850"/>
                    <a:pt x="123229" y="160873"/>
                    <a:pt x="105620" y="168434"/>
                  </a:cubicBezTo>
                  <a:cubicBezTo>
                    <a:pt x="95371" y="136644"/>
                    <a:pt x="84618" y="106198"/>
                    <a:pt x="76351" y="75080"/>
                  </a:cubicBezTo>
                  <a:cubicBezTo>
                    <a:pt x="74771" y="69065"/>
                    <a:pt x="81055" y="56564"/>
                    <a:pt x="86970" y="53641"/>
                  </a:cubicBezTo>
                  <a:cubicBezTo>
                    <a:pt x="178005" y="8610"/>
                    <a:pt x="273207" y="-14409"/>
                    <a:pt x="374491" y="9753"/>
                  </a:cubicBezTo>
                  <a:cubicBezTo>
                    <a:pt x="454806" y="28908"/>
                    <a:pt x="494594" y="83414"/>
                    <a:pt x="488377" y="167695"/>
                  </a:cubicBezTo>
                  <a:cubicBezTo>
                    <a:pt x="483168" y="238533"/>
                    <a:pt x="472986" y="308969"/>
                    <a:pt x="465526" y="379639"/>
                  </a:cubicBezTo>
                  <a:cubicBezTo>
                    <a:pt x="461225" y="420200"/>
                    <a:pt x="457696" y="460861"/>
                    <a:pt x="454369" y="501523"/>
                  </a:cubicBezTo>
                  <a:cubicBezTo>
                    <a:pt x="452689" y="522257"/>
                    <a:pt x="450034" y="525382"/>
                    <a:pt x="429065" y="525382"/>
                  </a:cubicBezTo>
                  <a:cubicBezTo>
                    <a:pt x="383262" y="525416"/>
                    <a:pt x="337492" y="525382"/>
                    <a:pt x="288866" y="525382"/>
                  </a:cubicBezTo>
                  <a:close/>
                  <a:moveTo>
                    <a:pt x="322908" y="299593"/>
                  </a:moveTo>
                  <a:cubicBezTo>
                    <a:pt x="284263" y="291897"/>
                    <a:pt x="247701" y="288839"/>
                    <a:pt x="211038" y="297106"/>
                  </a:cubicBezTo>
                  <a:cubicBezTo>
                    <a:pt x="187582" y="302416"/>
                    <a:pt x="166814" y="313270"/>
                    <a:pt x="151121" y="331954"/>
                  </a:cubicBezTo>
                  <a:cubicBezTo>
                    <a:pt x="119633" y="369490"/>
                    <a:pt x="138385" y="422014"/>
                    <a:pt x="186204" y="431625"/>
                  </a:cubicBezTo>
                  <a:cubicBezTo>
                    <a:pt x="209963" y="436397"/>
                    <a:pt x="232041" y="432398"/>
                    <a:pt x="252237" y="419662"/>
                  </a:cubicBezTo>
                  <a:cubicBezTo>
                    <a:pt x="295621" y="392274"/>
                    <a:pt x="316086" y="351109"/>
                    <a:pt x="322908" y="2995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205;p22">
              <a:extLst>
                <a:ext uri="{FF2B5EF4-FFF2-40B4-BE49-F238E27FC236}">
                  <a16:creationId xmlns:a16="http://schemas.microsoft.com/office/drawing/2014/main" id="{FDD3DCDE-4213-71C9-35BC-257EFAFFA640}"/>
                </a:ext>
              </a:extLst>
            </p:cNvPr>
            <p:cNvSpPr/>
            <p:nvPr/>
          </p:nvSpPr>
          <p:spPr>
            <a:xfrm rot="5400000">
              <a:off x="11086918" y="2411877"/>
              <a:ext cx="478841" cy="495132"/>
            </a:xfrm>
            <a:custGeom>
              <a:avLst/>
              <a:gdLst/>
              <a:ahLst/>
              <a:cxnLst/>
              <a:rect l="l" t="t" r="r" b="b"/>
              <a:pathLst>
                <a:path w="478841" h="495132" extrusionOk="0">
                  <a:moveTo>
                    <a:pt x="232200" y="149406"/>
                  </a:moveTo>
                  <a:lnTo>
                    <a:pt x="54297" y="149406"/>
                  </a:lnTo>
                  <a:cubicBezTo>
                    <a:pt x="61891" y="98495"/>
                    <a:pt x="69184" y="49634"/>
                    <a:pt x="76577" y="0"/>
                  </a:cubicBezTo>
                  <a:lnTo>
                    <a:pt x="478522" y="0"/>
                  </a:lnTo>
                  <a:cubicBezTo>
                    <a:pt x="478522" y="23893"/>
                    <a:pt x="479395" y="46744"/>
                    <a:pt x="478253" y="69461"/>
                  </a:cubicBezTo>
                  <a:cubicBezTo>
                    <a:pt x="477211" y="90497"/>
                    <a:pt x="466122" y="106964"/>
                    <a:pt x="451873" y="122321"/>
                  </a:cubicBezTo>
                  <a:cubicBezTo>
                    <a:pt x="385941" y="193260"/>
                    <a:pt x="320613" y="264737"/>
                    <a:pt x="255084" y="336046"/>
                  </a:cubicBezTo>
                  <a:cubicBezTo>
                    <a:pt x="253606" y="337659"/>
                    <a:pt x="252430" y="339541"/>
                    <a:pt x="249304" y="343742"/>
                  </a:cubicBezTo>
                  <a:lnTo>
                    <a:pt x="438163" y="343742"/>
                  </a:lnTo>
                  <a:cubicBezTo>
                    <a:pt x="436382" y="354764"/>
                    <a:pt x="435138" y="363400"/>
                    <a:pt x="433626" y="371970"/>
                  </a:cubicBezTo>
                  <a:cubicBezTo>
                    <a:pt x="427476" y="406112"/>
                    <a:pt x="420453" y="440153"/>
                    <a:pt x="415412" y="474464"/>
                  </a:cubicBezTo>
                  <a:cubicBezTo>
                    <a:pt x="413093" y="490291"/>
                    <a:pt x="407280" y="495231"/>
                    <a:pt x="390847" y="495131"/>
                  </a:cubicBezTo>
                  <a:cubicBezTo>
                    <a:pt x="267653" y="494358"/>
                    <a:pt x="144492" y="494727"/>
                    <a:pt x="21297" y="494727"/>
                  </a:cubicBezTo>
                  <a:cubicBezTo>
                    <a:pt x="18508" y="494727"/>
                    <a:pt x="15685" y="494458"/>
                    <a:pt x="12896" y="494727"/>
                  </a:cubicBezTo>
                  <a:cubicBezTo>
                    <a:pt x="3318" y="495769"/>
                    <a:pt x="-109" y="491098"/>
                    <a:pt x="59" y="482058"/>
                  </a:cubicBezTo>
                  <a:cubicBezTo>
                    <a:pt x="462" y="459106"/>
                    <a:pt x="-983" y="435986"/>
                    <a:pt x="1504" y="413303"/>
                  </a:cubicBezTo>
                  <a:cubicBezTo>
                    <a:pt x="2613" y="403323"/>
                    <a:pt x="9905" y="392771"/>
                    <a:pt x="17063" y="384907"/>
                  </a:cubicBezTo>
                  <a:cubicBezTo>
                    <a:pt x="83298" y="311952"/>
                    <a:pt x="150137" y="239534"/>
                    <a:pt x="216775" y="166948"/>
                  </a:cubicBezTo>
                  <a:cubicBezTo>
                    <a:pt x="220909" y="162445"/>
                    <a:pt x="224840" y="157774"/>
                    <a:pt x="232166" y="14940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206;p22">
              <a:extLst>
                <a:ext uri="{FF2B5EF4-FFF2-40B4-BE49-F238E27FC236}">
                  <a16:creationId xmlns:a16="http://schemas.microsoft.com/office/drawing/2014/main" id="{C5A00F07-DDE4-B019-EFE3-29D358482B54}"/>
                </a:ext>
              </a:extLst>
            </p:cNvPr>
            <p:cNvSpPr/>
            <p:nvPr/>
          </p:nvSpPr>
          <p:spPr>
            <a:xfrm rot="5400000">
              <a:off x="11219643" y="4563687"/>
              <a:ext cx="353756" cy="663525"/>
            </a:xfrm>
            <a:custGeom>
              <a:avLst/>
              <a:gdLst/>
              <a:ahLst/>
              <a:cxnLst/>
              <a:rect l="l" t="t" r="r" b="b"/>
              <a:pathLst>
                <a:path w="353756" h="663525" extrusionOk="0">
                  <a:moveTo>
                    <a:pt x="353756" y="158950"/>
                  </a:moveTo>
                  <a:cubicBezTo>
                    <a:pt x="347069" y="200216"/>
                    <a:pt x="341255" y="238257"/>
                    <a:pt x="334232" y="276096"/>
                  </a:cubicBezTo>
                  <a:cubicBezTo>
                    <a:pt x="333627" y="279456"/>
                    <a:pt x="325360" y="283455"/>
                    <a:pt x="320521" y="283589"/>
                  </a:cubicBezTo>
                  <a:cubicBezTo>
                    <a:pt x="295351" y="284262"/>
                    <a:pt x="270148" y="284530"/>
                    <a:pt x="244978" y="283455"/>
                  </a:cubicBezTo>
                  <a:cubicBezTo>
                    <a:pt x="231234" y="282884"/>
                    <a:pt x="224647" y="286748"/>
                    <a:pt x="222832" y="301198"/>
                  </a:cubicBezTo>
                  <a:cubicBezTo>
                    <a:pt x="215137" y="363367"/>
                    <a:pt x="206198" y="425401"/>
                    <a:pt x="198503" y="487603"/>
                  </a:cubicBezTo>
                  <a:cubicBezTo>
                    <a:pt x="194537" y="519662"/>
                    <a:pt x="208080" y="531558"/>
                    <a:pt x="239870" y="524367"/>
                  </a:cubicBezTo>
                  <a:cubicBezTo>
                    <a:pt x="262183" y="519326"/>
                    <a:pt x="284094" y="512571"/>
                    <a:pt x="308793" y="505850"/>
                  </a:cubicBezTo>
                  <a:cubicBezTo>
                    <a:pt x="308255" y="512302"/>
                    <a:pt x="307987" y="517444"/>
                    <a:pt x="307348" y="522552"/>
                  </a:cubicBezTo>
                  <a:cubicBezTo>
                    <a:pt x="304626" y="544193"/>
                    <a:pt x="301232" y="565734"/>
                    <a:pt x="299115" y="587442"/>
                  </a:cubicBezTo>
                  <a:cubicBezTo>
                    <a:pt x="296931" y="610025"/>
                    <a:pt x="286816" y="627734"/>
                    <a:pt x="266082" y="636337"/>
                  </a:cubicBezTo>
                  <a:cubicBezTo>
                    <a:pt x="210365" y="659424"/>
                    <a:pt x="152800" y="671622"/>
                    <a:pt x="92480" y="657508"/>
                  </a:cubicBezTo>
                  <a:cubicBezTo>
                    <a:pt x="45400" y="646486"/>
                    <a:pt x="19692" y="614662"/>
                    <a:pt x="23759" y="566372"/>
                  </a:cubicBezTo>
                  <a:cubicBezTo>
                    <a:pt x="31286" y="477219"/>
                    <a:pt x="41569" y="388301"/>
                    <a:pt x="50709" y="299316"/>
                  </a:cubicBezTo>
                  <a:cubicBezTo>
                    <a:pt x="51180" y="294914"/>
                    <a:pt x="51785" y="290512"/>
                    <a:pt x="52558" y="283925"/>
                  </a:cubicBezTo>
                  <a:lnTo>
                    <a:pt x="0" y="283925"/>
                  </a:lnTo>
                  <a:cubicBezTo>
                    <a:pt x="3562" y="254051"/>
                    <a:pt x="6855" y="226495"/>
                    <a:pt x="10149" y="198939"/>
                  </a:cubicBezTo>
                  <a:cubicBezTo>
                    <a:pt x="10216" y="198368"/>
                    <a:pt x="10350" y="197830"/>
                    <a:pt x="10418" y="197293"/>
                  </a:cubicBezTo>
                  <a:cubicBezTo>
                    <a:pt x="16298" y="156799"/>
                    <a:pt x="16231" y="156564"/>
                    <a:pt x="56826" y="149305"/>
                  </a:cubicBezTo>
                  <a:cubicBezTo>
                    <a:pt x="68856" y="147155"/>
                    <a:pt x="76081" y="140971"/>
                    <a:pt x="78635" y="129311"/>
                  </a:cubicBezTo>
                  <a:cubicBezTo>
                    <a:pt x="81290" y="117314"/>
                    <a:pt x="83104" y="105082"/>
                    <a:pt x="86095" y="93186"/>
                  </a:cubicBezTo>
                  <a:cubicBezTo>
                    <a:pt x="91136" y="73090"/>
                    <a:pt x="102326" y="56489"/>
                    <a:pt x="121850" y="49298"/>
                  </a:cubicBezTo>
                  <a:cubicBezTo>
                    <a:pt x="167889" y="32328"/>
                    <a:pt x="214532" y="17071"/>
                    <a:pt x="264200" y="0"/>
                  </a:cubicBezTo>
                  <a:cubicBezTo>
                    <a:pt x="257613" y="53566"/>
                    <a:pt x="251296" y="105250"/>
                    <a:pt x="244709" y="158950"/>
                  </a:cubicBezTo>
                  <a:lnTo>
                    <a:pt x="353622" y="1589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EC84C8CB-36EF-3984-4C32-CDDC5C4A9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9">
            <a:extLst>
              <a:ext uri="{FF2B5EF4-FFF2-40B4-BE49-F238E27FC236}">
                <a16:creationId xmlns:a16="http://schemas.microsoft.com/office/drawing/2014/main" id="{814A9239-F4AA-BD00-932A-77B064B781B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0" y="-15125"/>
            <a:ext cx="6096001" cy="6287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9">
            <a:extLst>
              <a:ext uri="{FF2B5EF4-FFF2-40B4-BE49-F238E27FC236}">
                <a16:creationId xmlns:a16="http://schemas.microsoft.com/office/drawing/2014/main" id="{83325953-622A-84D1-341A-0167934A287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4507667" y="316667"/>
            <a:ext cx="356384" cy="178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9">
            <a:extLst>
              <a:ext uri="{FF2B5EF4-FFF2-40B4-BE49-F238E27FC236}">
                <a16:creationId xmlns:a16="http://schemas.microsoft.com/office/drawing/2014/main" id="{23943FE7-FF58-EC78-C0B3-1D0F0769496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605715">
            <a:off x="3674794" y="802246"/>
            <a:ext cx="124112" cy="97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9">
            <a:extLst>
              <a:ext uri="{FF2B5EF4-FFF2-40B4-BE49-F238E27FC236}">
                <a16:creationId xmlns:a16="http://schemas.microsoft.com/office/drawing/2014/main" id="{15B16184-C3EB-1F3F-8066-95C3F59D60E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589488">
            <a:off x="1103492" y="771636"/>
            <a:ext cx="202415" cy="15825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9">
            <a:extLst>
              <a:ext uri="{FF2B5EF4-FFF2-40B4-BE49-F238E27FC236}">
                <a16:creationId xmlns:a16="http://schemas.microsoft.com/office/drawing/2014/main" id="{37C2C81B-3DCA-4A13-04A7-0E97C50C9705}"/>
              </a:ext>
            </a:extLst>
          </p:cNvPr>
          <p:cNvSpPr/>
          <p:nvPr/>
        </p:nvSpPr>
        <p:spPr>
          <a:xfrm>
            <a:off x="823745" y="2261711"/>
            <a:ext cx="515764" cy="515764"/>
          </a:xfrm>
          <a:prstGeom prst="ellipse">
            <a:avLst/>
          </a:prstGeom>
          <a:solidFill>
            <a:srgbClr val="D8D8D8"/>
          </a:solidFill>
          <a:ln>
            <a:noFill/>
          </a:ln>
          <a:effectLst>
            <a:outerShdw blurRad="38100" sx="102000" sy="102000" algn="ctr" rotWithShape="0">
              <a:srgbClr val="000000">
                <a:alpha val="1176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9">
            <a:extLst>
              <a:ext uri="{FF2B5EF4-FFF2-40B4-BE49-F238E27FC236}">
                <a16:creationId xmlns:a16="http://schemas.microsoft.com/office/drawing/2014/main" id="{40E4A577-3D53-6E6D-603C-3F2D1DAA83C0}"/>
              </a:ext>
            </a:extLst>
          </p:cNvPr>
          <p:cNvSpPr txBox="1"/>
          <p:nvPr/>
        </p:nvSpPr>
        <p:spPr>
          <a:xfrm>
            <a:off x="823745" y="2373588"/>
            <a:ext cx="50636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1400" b="1" dirty="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2" name="Google Shape;132;p19">
            <a:extLst>
              <a:ext uri="{FF2B5EF4-FFF2-40B4-BE49-F238E27FC236}">
                <a16:creationId xmlns:a16="http://schemas.microsoft.com/office/drawing/2014/main" id="{A787EB7F-9B91-729E-CDE7-4B9107D3BC40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422771" y="0"/>
            <a:ext cx="1544422" cy="77433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9">
            <a:extLst>
              <a:ext uri="{FF2B5EF4-FFF2-40B4-BE49-F238E27FC236}">
                <a16:creationId xmlns:a16="http://schemas.microsoft.com/office/drawing/2014/main" id="{3A19199A-509E-1843-C64E-B884740C6262}"/>
              </a:ext>
            </a:extLst>
          </p:cNvPr>
          <p:cNvSpPr/>
          <p:nvPr/>
        </p:nvSpPr>
        <p:spPr>
          <a:xfrm>
            <a:off x="833593" y="2957654"/>
            <a:ext cx="515764" cy="515764"/>
          </a:xfrm>
          <a:prstGeom prst="ellipse">
            <a:avLst/>
          </a:prstGeom>
          <a:solidFill>
            <a:srgbClr val="D8D8D8"/>
          </a:solidFill>
          <a:ln>
            <a:noFill/>
          </a:ln>
          <a:effectLst>
            <a:outerShdw blurRad="38100" sx="102000" sy="102000" algn="ctr" rotWithShape="0">
              <a:srgbClr val="000000">
                <a:alpha val="1176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9">
            <a:extLst>
              <a:ext uri="{FF2B5EF4-FFF2-40B4-BE49-F238E27FC236}">
                <a16:creationId xmlns:a16="http://schemas.microsoft.com/office/drawing/2014/main" id="{6128775C-97DA-331E-449E-43833B79C5F6}"/>
              </a:ext>
            </a:extLst>
          </p:cNvPr>
          <p:cNvSpPr txBox="1"/>
          <p:nvPr/>
        </p:nvSpPr>
        <p:spPr>
          <a:xfrm>
            <a:off x="842990" y="3079483"/>
            <a:ext cx="50636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sz="1400" b="1" dirty="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5" name="Google Shape;135;p19">
            <a:extLst>
              <a:ext uri="{FF2B5EF4-FFF2-40B4-BE49-F238E27FC236}">
                <a16:creationId xmlns:a16="http://schemas.microsoft.com/office/drawing/2014/main" id="{345429D4-6EF2-4C21-3883-0634EBCB6D9E}"/>
              </a:ext>
            </a:extLst>
          </p:cNvPr>
          <p:cNvSpPr/>
          <p:nvPr/>
        </p:nvSpPr>
        <p:spPr>
          <a:xfrm>
            <a:off x="826191" y="3755668"/>
            <a:ext cx="515764" cy="515764"/>
          </a:xfrm>
          <a:prstGeom prst="ellipse">
            <a:avLst/>
          </a:prstGeom>
          <a:solidFill>
            <a:srgbClr val="D8D8D8"/>
          </a:solidFill>
          <a:ln>
            <a:noFill/>
          </a:ln>
          <a:effectLst>
            <a:outerShdw blurRad="38100" sx="102000" sy="102000" algn="ctr" rotWithShape="0">
              <a:srgbClr val="000000">
                <a:alpha val="1176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9">
            <a:extLst>
              <a:ext uri="{FF2B5EF4-FFF2-40B4-BE49-F238E27FC236}">
                <a16:creationId xmlns:a16="http://schemas.microsoft.com/office/drawing/2014/main" id="{D93B00F3-1722-12E0-5A43-DE9FBA749FA9}"/>
              </a:ext>
            </a:extLst>
          </p:cNvPr>
          <p:cNvSpPr txBox="1"/>
          <p:nvPr/>
        </p:nvSpPr>
        <p:spPr>
          <a:xfrm>
            <a:off x="813898" y="3859661"/>
            <a:ext cx="50636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sz="1400" b="1" dirty="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7" name="Google Shape;137;p19">
            <a:extLst>
              <a:ext uri="{FF2B5EF4-FFF2-40B4-BE49-F238E27FC236}">
                <a16:creationId xmlns:a16="http://schemas.microsoft.com/office/drawing/2014/main" id="{1D82C9BC-B1AD-9A03-FEB8-48B5A093C28B}"/>
              </a:ext>
            </a:extLst>
          </p:cNvPr>
          <p:cNvSpPr/>
          <p:nvPr/>
        </p:nvSpPr>
        <p:spPr>
          <a:xfrm>
            <a:off x="833593" y="4569728"/>
            <a:ext cx="515764" cy="515764"/>
          </a:xfrm>
          <a:prstGeom prst="ellipse">
            <a:avLst/>
          </a:prstGeom>
          <a:solidFill>
            <a:srgbClr val="D8D8D8"/>
          </a:solidFill>
          <a:ln>
            <a:noFill/>
          </a:ln>
          <a:effectLst>
            <a:outerShdw blurRad="38100" sx="102000" sy="102000" algn="ctr" rotWithShape="0">
              <a:srgbClr val="000000">
                <a:alpha val="1176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9">
            <a:extLst>
              <a:ext uri="{FF2B5EF4-FFF2-40B4-BE49-F238E27FC236}">
                <a16:creationId xmlns:a16="http://schemas.microsoft.com/office/drawing/2014/main" id="{340B7BAF-0E35-E132-DCFB-BE6C96907CB1}"/>
              </a:ext>
            </a:extLst>
          </p:cNvPr>
          <p:cNvSpPr txBox="1"/>
          <p:nvPr/>
        </p:nvSpPr>
        <p:spPr>
          <a:xfrm>
            <a:off x="813898" y="4673722"/>
            <a:ext cx="53545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sz="1400" b="1" dirty="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4" name="Google Shape;144;p19">
            <a:extLst>
              <a:ext uri="{FF2B5EF4-FFF2-40B4-BE49-F238E27FC236}">
                <a16:creationId xmlns:a16="http://schemas.microsoft.com/office/drawing/2014/main" id="{422F7320-A44C-AF6C-F34F-72E3CFD546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1106" y="653882"/>
            <a:ext cx="3942767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IN" dirty="0"/>
              <a:t>Problem Statement</a:t>
            </a:r>
            <a:endParaRPr dirty="0"/>
          </a:p>
        </p:txBody>
      </p:sp>
      <p:sp>
        <p:nvSpPr>
          <p:cNvPr id="146" name="Google Shape;146;p19">
            <a:extLst>
              <a:ext uri="{FF2B5EF4-FFF2-40B4-BE49-F238E27FC236}">
                <a16:creationId xmlns:a16="http://schemas.microsoft.com/office/drawing/2014/main" id="{24446848-45F0-133B-1513-2D18710EBC12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456665" y="2993327"/>
            <a:ext cx="4708902" cy="48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>
              <a:spcBef>
                <a:spcPts val="0"/>
              </a:spcBef>
            </a:pPr>
            <a:r>
              <a:rPr lang="en-US" dirty="0"/>
              <a:t>Pricing and cuisine choices do not impact customer ratings uniformly across countries.</a:t>
            </a:r>
            <a:endParaRPr sz="1400" dirty="0">
              <a:solidFill>
                <a:srgbClr val="0C0C0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7" name="Google Shape;147;p19">
            <a:extLst>
              <a:ext uri="{FF2B5EF4-FFF2-40B4-BE49-F238E27FC236}">
                <a16:creationId xmlns:a16="http://schemas.microsoft.com/office/drawing/2014/main" id="{8142FBA9-CA59-5AFC-FD76-7BA27430D7AF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1438511" y="3776513"/>
            <a:ext cx="4745211" cy="673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>
              <a:spcBef>
                <a:spcPts val="0"/>
              </a:spcBef>
            </a:pPr>
            <a:r>
              <a:rPr lang="en-US" dirty="0"/>
              <a:t>Service features like online delivery and table booking influence customer feedback differently in each market.</a:t>
            </a:r>
            <a:endParaRPr sz="1400" dirty="0">
              <a:solidFill>
                <a:srgbClr val="0C0C0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8" name="Google Shape;148;p19">
            <a:extLst>
              <a:ext uri="{FF2B5EF4-FFF2-40B4-BE49-F238E27FC236}">
                <a16:creationId xmlns:a16="http://schemas.microsoft.com/office/drawing/2014/main" id="{45F13E91-2220-FE13-0747-79E7EA55836F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1438511" y="2297384"/>
            <a:ext cx="5776105" cy="48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>
              <a:spcBef>
                <a:spcPts val="0"/>
              </a:spcBef>
            </a:pPr>
            <a:r>
              <a:rPr lang="en-US" dirty="0"/>
              <a:t>Zomato operates across diverse markets where customer preferences and competition vary significantly.</a:t>
            </a:r>
            <a:endParaRPr sz="1400" dirty="0">
              <a:solidFill>
                <a:srgbClr val="0C0C0C"/>
              </a:solidFill>
              <a:ea typeface="Calibri" panose="020F0502020204030204" pitchFamily="34" charset="0"/>
              <a:sym typeface="Poppins"/>
            </a:endParaRPr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C420FE2B-308C-8FA4-6F1F-743DAD5773D3}"/>
              </a:ext>
            </a:extLst>
          </p:cNvPr>
          <p:cNvSpPr txBox="1">
            <a:spLocks noGrp="1"/>
          </p:cNvSpPr>
          <p:nvPr>
            <p:ph type="body" idx="5"/>
          </p:nvPr>
        </p:nvSpPr>
        <p:spPr>
          <a:xfrm>
            <a:off x="1438511" y="4539847"/>
            <a:ext cx="4727056" cy="673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>
              <a:spcBef>
                <a:spcPts val="0"/>
              </a:spcBef>
            </a:pPr>
            <a:r>
              <a:rPr lang="en-US" dirty="0"/>
              <a:t>Without market-specific insights, expansion decisions risk mispricing and lower customer acceptance.</a:t>
            </a:r>
            <a:endParaRPr sz="1400" dirty="0">
              <a:solidFill>
                <a:srgbClr val="0C0C0C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" name="Google Shape;200;p22">
            <a:extLst>
              <a:ext uri="{FF2B5EF4-FFF2-40B4-BE49-F238E27FC236}">
                <a16:creationId xmlns:a16="http://schemas.microsoft.com/office/drawing/2014/main" id="{7FFE9BC7-BF3E-4DB1-E3A8-4862B9D12416}"/>
              </a:ext>
            </a:extLst>
          </p:cNvPr>
          <p:cNvGrpSpPr/>
          <p:nvPr/>
        </p:nvGrpSpPr>
        <p:grpSpPr>
          <a:xfrm>
            <a:off x="10758933" y="1503151"/>
            <a:ext cx="685825" cy="3214201"/>
            <a:chOff x="11059391" y="2420023"/>
            <a:chExt cx="668892" cy="3134840"/>
          </a:xfrm>
        </p:grpSpPr>
        <p:sp>
          <p:nvSpPr>
            <p:cNvPr id="3" name="Google Shape;201;p22">
              <a:extLst>
                <a:ext uri="{FF2B5EF4-FFF2-40B4-BE49-F238E27FC236}">
                  <a16:creationId xmlns:a16="http://schemas.microsoft.com/office/drawing/2014/main" id="{429398F0-DDE8-A644-C55C-21251D2A05A5}"/>
                </a:ext>
              </a:extLst>
            </p:cNvPr>
            <p:cNvSpPr/>
            <p:nvPr/>
          </p:nvSpPr>
          <p:spPr>
            <a:xfrm rot="5400000">
              <a:off x="10934570" y="3523986"/>
              <a:ext cx="793785" cy="518645"/>
            </a:xfrm>
            <a:custGeom>
              <a:avLst/>
              <a:gdLst/>
              <a:ahLst/>
              <a:cxnLst/>
              <a:rect l="l" t="t" r="r" b="b"/>
              <a:pathLst>
                <a:path w="793785" h="518645" extrusionOk="0">
                  <a:moveTo>
                    <a:pt x="280968" y="516784"/>
                  </a:moveTo>
                  <a:cubicBezTo>
                    <a:pt x="287790" y="470409"/>
                    <a:pt x="294343" y="426253"/>
                    <a:pt x="300795" y="382063"/>
                  </a:cubicBezTo>
                  <a:cubicBezTo>
                    <a:pt x="309600" y="321675"/>
                    <a:pt x="318370" y="261321"/>
                    <a:pt x="327108" y="200934"/>
                  </a:cubicBezTo>
                  <a:cubicBezTo>
                    <a:pt x="328922" y="188366"/>
                    <a:pt x="329897" y="175529"/>
                    <a:pt x="316488" y="168371"/>
                  </a:cubicBezTo>
                  <a:cubicBezTo>
                    <a:pt x="302879" y="161079"/>
                    <a:pt x="291655" y="167867"/>
                    <a:pt x="281506" y="176671"/>
                  </a:cubicBezTo>
                  <a:cubicBezTo>
                    <a:pt x="238492" y="213905"/>
                    <a:pt x="214834" y="261960"/>
                    <a:pt x="205929" y="317172"/>
                  </a:cubicBezTo>
                  <a:cubicBezTo>
                    <a:pt x="196386" y="376283"/>
                    <a:pt x="188522" y="435696"/>
                    <a:pt x="180625" y="495075"/>
                  </a:cubicBezTo>
                  <a:cubicBezTo>
                    <a:pt x="178474" y="511205"/>
                    <a:pt x="172392" y="518363"/>
                    <a:pt x="154884" y="517994"/>
                  </a:cubicBezTo>
                  <a:cubicBezTo>
                    <a:pt x="104040" y="516985"/>
                    <a:pt x="53163" y="517624"/>
                    <a:pt x="0" y="517624"/>
                  </a:cubicBezTo>
                  <a:cubicBezTo>
                    <a:pt x="706" y="510399"/>
                    <a:pt x="1109" y="504014"/>
                    <a:pt x="1983" y="497730"/>
                  </a:cubicBezTo>
                  <a:cubicBezTo>
                    <a:pt x="18785" y="377459"/>
                    <a:pt x="36259" y="257255"/>
                    <a:pt x="52020" y="136850"/>
                  </a:cubicBezTo>
                  <a:cubicBezTo>
                    <a:pt x="56153" y="105362"/>
                    <a:pt x="55347" y="73169"/>
                    <a:pt x="56053" y="41278"/>
                  </a:cubicBezTo>
                  <a:cubicBezTo>
                    <a:pt x="56288" y="29987"/>
                    <a:pt x="59312" y="23233"/>
                    <a:pt x="71679" y="22258"/>
                  </a:cubicBezTo>
                  <a:cubicBezTo>
                    <a:pt x="121346" y="18461"/>
                    <a:pt x="171014" y="14294"/>
                    <a:pt x="220682" y="10362"/>
                  </a:cubicBezTo>
                  <a:cubicBezTo>
                    <a:pt x="222765" y="10194"/>
                    <a:pt x="224916" y="10900"/>
                    <a:pt x="229318" y="11505"/>
                  </a:cubicBezTo>
                  <a:lnTo>
                    <a:pt x="229318" y="147973"/>
                  </a:lnTo>
                  <a:cubicBezTo>
                    <a:pt x="237148" y="136716"/>
                    <a:pt x="245986" y="124047"/>
                    <a:pt x="254790" y="111378"/>
                  </a:cubicBezTo>
                  <a:cubicBezTo>
                    <a:pt x="280061" y="74950"/>
                    <a:pt x="311649" y="45244"/>
                    <a:pt x="349656" y="22493"/>
                  </a:cubicBezTo>
                  <a:cubicBezTo>
                    <a:pt x="358259" y="17352"/>
                    <a:pt x="367400" y="12849"/>
                    <a:pt x="376742" y="9220"/>
                  </a:cubicBezTo>
                  <a:cubicBezTo>
                    <a:pt x="448051" y="-18471"/>
                    <a:pt x="506052" y="18024"/>
                    <a:pt x="511832" y="94407"/>
                  </a:cubicBezTo>
                  <a:cubicBezTo>
                    <a:pt x="512941" y="109261"/>
                    <a:pt x="512000" y="124282"/>
                    <a:pt x="515562" y="140681"/>
                  </a:cubicBezTo>
                  <a:cubicBezTo>
                    <a:pt x="526719" y="126533"/>
                    <a:pt x="536901" y="111445"/>
                    <a:pt x="549201" y="98373"/>
                  </a:cubicBezTo>
                  <a:cubicBezTo>
                    <a:pt x="572489" y="73606"/>
                    <a:pt x="595071" y="47596"/>
                    <a:pt x="621484" y="26560"/>
                  </a:cubicBezTo>
                  <a:cubicBezTo>
                    <a:pt x="650586" y="3372"/>
                    <a:pt x="686644" y="-2441"/>
                    <a:pt x="723542" y="3137"/>
                  </a:cubicBezTo>
                  <a:cubicBezTo>
                    <a:pt x="769647" y="10093"/>
                    <a:pt x="796464" y="39833"/>
                    <a:pt x="793574" y="86342"/>
                  </a:cubicBezTo>
                  <a:cubicBezTo>
                    <a:pt x="790112" y="142126"/>
                    <a:pt x="784097" y="197876"/>
                    <a:pt x="776099" y="253223"/>
                  </a:cubicBezTo>
                  <a:cubicBezTo>
                    <a:pt x="764573" y="332967"/>
                    <a:pt x="750291" y="412307"/>
                    <a:pt x="737118" y="491849"/>
                  </a:cubicBezTo>
                  <a:cubicBezTo>
                    <a:pt x="733455" y="514028"/>
                    <a:pt x="730195" y="517456"/>
                    <a:pt x="708050" y="517758"/>
                  </a:cubicBezTo>
                  <a:cubicBezTo>
                    <a:pt x="666615" y="518363"/>
                    <a:pt x="625181" y="517758"/>
                    <a:pt x="583780" y="518632"/>
                  </a:cubicBezTo>
                  <a:cubicBezTo>
                    <a:pt x="568691" y="518968"/>
                    <a:pt x="566104" y="513121"/>
                    <a:pt x="567986" y="499545"/>
                  </a:cubicBezTo>
                  <a:cubicBezTo>
                    <a:pt x="581293" y="403066"/>
                    <a:pt x="594063" y="306486"/>
                    <a:pt x="606933" y="209940"/>
                  </a:cubicBezTo>
                  <a:cubicBezTo>
                    <a:pt x="607908" y="202715"/>
                    <a:pt x="608714" y="195490"/>
                    <a:pt x="609017" y="188231"/>
                  </a:cubicBezTo>
                  <a:cubicBezTo>
                    <a:pt x="609991" y="165616"/>
                    <a:pt x="601254" y="159768"/>
                    <a:pt x="580352" y="169514"/>
                  </a:cubicBezTo>
                  <a:cubicBezTo>
                    <a:pt x="551015" y="183191"/>
                    <a:pt x="532835" y="207924"/>
                    <a:pt x="517444" y="235009"/>
                  </a:cubicBezTo>
                  <a:cubicBezTo>
                    <a:pt x="490762" y="282022"/>
                    <a:pt x="484747" y="334378"/>
                    <a:pt x="478328" y="386734"/>
                  </a:cubicBezTo>
                  <a:cubicBezTo>
                    <a:pt x="473489" y="426186"/>
                    <a:pt x="467407" y="465470"/>
                    <a:pt x="462265" y="504854"/>
                  </a:cubicBezTo>
                  <a:cubicBezTo>
                    <a:pt x="461257" y="512617"/>
                    <a:pt x="459308" y="516985"/>
                    <a:pt x="450235" y="516918"/>
                  </a:cubicBezTo>
                  <a:cubicBezTo>
                    <a:pt x="394855" y="516616"/>
                    <a:pt x="339474" y="516784"/>
                    <a:pt x="281036" y="51678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202;p22">
              <a:extLst>
                <a:ext uri="{FF2B5EF4-FFF2-40B4-BE49-F238E27FC236}">
                  <a16:creationId xmlns:a16="http://schemas.microsoft.com/office/drawing/2014/main" id="{5E00780E-8C16-B20E-96A5-2DDE23D4691A}"/>
                </a:ext>
              </a:extLst>
            </p:cNvPr>
            <p:cNvSpPr/>
            <p:nvPr/>
          </p:nvSpPr>
          <p:spPr>
            <a:xfrm rot="5400000">
              <a:off x="11081233" y="5041760"/>
              <a:ext cx="492264" cy="533941"/>
            </a:xfrm>
            <a:custGeom>
              <a:avLst/>
              <a:gdLst/>
              <a:ahLst/>
              <a:cxnLst/>
              <a:rect l="l" t="t" r="r" b="b"/>
              <a:pathLst>
                <a:path w="492264" h="533941" extrusionOk="0">
                  <a:moveTo>
                    <a:pt x="263042" y="100"/>
                  </a:moveTo>
                  <a:cubicBezTo>
                    <a:pt x="400048" y="-3327"/>
                    <a:pt x="488730" y="81457"/>
                    <a:pt x="492091" y="204484"/>
                  </a:cubicBezTo>
                  <a:cubicBezTo>
                    <a:pt x="494914" y="308389"/>
                    <a:pt x="463594" y="398550"/>
                    <a:pt x="385094" y="469288"/>
                  </a:cubicBezTo>
                  <a:cubicBezTo>
                    <a:pt x="308072" y="538648"/>
                    <a:pt x="186961" y="554073"/>
                    <a:pt x="101672" y="506455"/>
                  </a:cubicBezTo>
                  <a:cubicBezTo>
                    <a:pt x="38798" y="471372"/>
                    <a:pt x="9562" y="414042"/>
                    <a:pt x="2303" y="345993"/>
                  </a:cubicBezTo>
                  <a:cubicBezTo>
                    <a:pt x="-10870" y="222798"/>
                    <a:pt x="32514" y="121850"/>
                    <a:pt x="131244" y="46273"/>
                  </a:cubicBezTo>
                  <a:cubicBezTo>
                    <a:pt x="174023" y="13509"/>
                    <a:pt x="223892" y="67"/>
                    <a:pt x="263109" y="100"/>
                  </a:cubicBezTo>
                  <a:close/>
                  <a:moveTo>
                    <a:pt x="171906" y="303516"/>
                  </a:moveTo>
                  <a:cubicBezTo>
                    <a:pt x="177585" y="326065"/>
                    <a:pt x="180979" y="349588"/>
                    <a:pt x="189582" y="370961"/>
                  </a:cubicBezTo>
                  <a:cubicBezTo>
                    <a:pt x="199730" y="396198"/>
                    <a:pt x="223489" y="403053"/>
                    <a:pt x="246273" y="388133"/>
                  </a:cubicBezTo>
                  <a:cubicBezTo>
                    <a:pt x="258875" y="379866"/>
                    <a:pt x="271073" y="368071"/>
                    <a:pt x="278365" y="355032"/>
                  </a:cubicBezTo>
                  <a:cubicBezTo>
                    <a:pt x="309954" y="298610"/>
                    <a:pt x="314591" y="238424"/>
                    <a:pt x="297486" y="176457"/>
                  </a:cubicBezTo>
                  <a:cubicBezTo>
                    <a:pt x="292378" y="157975"/>
                    <a:pt x="279777" y="146784"/>
                    <a:pt x="260555" y="144533"/>
                  </a:cubicBezTo>
                  <a:cubicBezTo>
                    <a:pt x="241467" y="142315"/>
                    <a:pt x="226950" y="150279"/>
                    <a:pt x="216634" y="166376"/>
                  </a:cubicBezTo>
                  <a:cubicBezTo>
                    <a:pt x="190086" y="207911"/>
                    <a:pt x="175535" y="253076"/>
                    <a:pt x="171939" y="3035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203;p22">
              <a:extLst>
                <a:ext uri="{FF2B5EF4-FFF2-40B4-BE49-F238E27FC236}">
                  <a16:creationId xmlns:a16="http://schemas.microsoft.com/office/drawing/2014/main" id="{25CC2C24-A36F-896C-1D6C-F353B522B51D}"/>
                </a:ext>
              </a:extLst>
            </p:cNvPr>
            <p:cNvSpPr/>
            <p:nvPr/>
          </p:nvSpPr>
          <p:spPr>
            <a:xfrm rot="5400000">
              <a:off x="11081802" y="2871110"/>
              <a:ext cx="485200" cy="530022"/>
            </a:xfrm>
            <a:custGeom>
              <a:avLst/>
              <a:gdLst/>
              <a:ahLst/>
              <a:cxnLst/>
              <a:rect l="l" t="t" r="r" b="b"/>
              <a:pathLst>
                <a:path w="485200" h="530022" extrusionOk="0">
                  <a:moveTo>
                    <a:pt x="485200" y="223253"/>
                  </a:moveTo>
                  <a:cubicBezTo>
                    <a:pt x="484125" y="348766"/>
                    <a:pt x="431970" y="445413"/>
                    <a:pt x="319496" y="503751"/>
                  </a:cubicBezTo>
                  <a:cubicBezTo>
                    <a:pt x="254739" y="537355"/>
                    <a:pt x="185111" y="537994"/>
                    <a:pt x="117666" y="509833"/>
                  </a:cubicBezTo>
                  <a:cubicBezTo>
                    <a:pt x="50255" y="481706"/>
                    <a:pt x="16281" y="426763"/>
                    <a:pt x="4620" y="356226"/>
                  </a:cubicBezTo>
                  <a:cubicBezTo>
                    <a:pt x="-17021" y="225370"/>
                    <a:pt x="38460" y="100495"/>
                    <a:pt x="148112" y="34328"/>
                  </a:cubicBezTo>
                  <a:cubicBezTo>
                    <a:pt x="238408" y="-20145"/>
                    <a:pt x="361064" y="-8720"/>
                    <a:pt x="429887" y="61010"/>
                  </a:cubicBezTo>
                  <a:cubicBezTo>
                    <a:pt x="470582" y="102209"/>
                    <a:pt x="484192" y="153691"/>
                    <a:pt x="485133" y="209777"/>
                  </a:cubicBezTo>
                  <a:cubicBezTo>
                    <a:pt x="485200" y="214247"/>
                    <a:pt x="485133" y="218750"/>
                    <a:pt x="485133" y="223219"/>
                  </a:cubicBezTo>
                  <a:close/>
                  <a:moveTo>
                    <a:pt x="306759" y="223824"/>
                  </a:moveTo>
                  <a:cubicBezTo>
                    <a:pt x="305281" y="213642"/>
                    <a:pt x="303668" y="195764"/>
                    <a:pt x="299837" y="178391"/>
                  </a:cubicBezTo>
                  <a:cubicBezTo>
                    <a:pt x="295267" y="157623"/>
                    <a:pt x="283001" y="143274"/>
                    <a:pt x="260587" y="140048"/>
                  </a:cubicBezTo>
                  <a:cubicBezTo>
                    <a:pt x="239550" y="137023"/>
                    <a:pt x="224764" y="147273"/>
                    <a:pt x="213977" y="163638"/>
                  </a:cubicBezTo>
                  <a:cubicBezTo>
                    <a:pt x="173920" y="224530"/>
                    <a:pt x="165956" y="290563"/>
                    <a:pt x="185884" y="359788"/>
                  </a:cubicBezTo>
                  <a:cubicBezTo>
                    <a:pt x="194520" y="389764"/>
                    <a:pt x="229233" y="400181"/>
                    <a:pt x="253698" y="380254"/>
                  </a:cubicBezTo>
                  <a:cubicBezTo>
                    <a:pt x="265426" y="370710"/>
                    <a:pt x="274768" y="357067"/>
                    <a:pt x="282161" y="343625"/>
                  </a:cubicBezTo>
                  <a:cubicBezTo>
                    <a:pt x="301315" y="308911"/>
                    <a:pt x="305247" y="270367"/>
                    <a:pt x="306759" y="22379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204;p22">
              <a:extLst>
                <a:ext uri="{FF2B5EF4-FFF2-40B4-BE49-F238E27FC236}">
                  <a16:creationId xmlns:a16="http://schemas.microsoft.com/office/drawing/2014/main" id="{CBAC2F94-D2C3-D366-0C98-C30D7B5F7DD6}"/>
                </a:ext>
              </a:extLst>
            </p:cNvPr>
            <p:cNvSpPr/>
            <p:nvPr/>
          </p:nvSpPr>
          <p:spPr>
            <a:xfrm rot="5400000">
              <a:off x="11093113" y="4169783"/>
              <a:ext cx="489008" cy="532002"/>
            </a:xfrm>
            <a:custGeom>
              <a:avLst/>
              <a:gdLst/>
              <a:ahLst/>
              <a:cxnLst/>
              <a:rect l="l" t="t" r="r" b="b"/>
              <a:pathLst>
                <a:path w="489008" h="532002" extrusionOk="0">
                  <a:moveTo>
                    <a:pt x="288799" y="525382"/>
                  </a:moveTo>
                  <a:cubicBezTo>
                    <a:pt x="292765" y="500717"/>
                    <a:pt x="296327" y="478403"/>
                    <a:pt x="299687" y="457602"/>
                  </a:cubicBezTo>
                  <a:cubicBezTo>
                    <a:pt x="292294" y="464020"/>
                    <a:pt x="284162" y="470741"/>
                    <a:pt x="276433" y="477933"/>
                  </a:cubicBezTo>
                  <a:cubicBezTo>
                    <a:pt x="229857" y="521047"/>
                    <a:pt x="173603" y="536808"/>
                    <a:pt x="112173" y="530759"/>
                  </a:cubicBezTo>
                  <a:cubicBezTo>
                    <a:pt x="41267" y="523769"/>
                    <a:pt x="-3931" y="464726"/>
                    <a:pt x="270" y="389989"/>
                  </a:cubicBezTo>
                  <a:cubicBezTo>
                    <a:pt x="5579" y="295359"/>
                    <a:pt x="66437" y="229494"/>
                    <a:pt x="167050" y="216690"/>
                  </a:cubicBezTo>
                  <a:cubicBezTo>
                    <a:pt x="215003" y="210608"/>
                    <a:pt x="264167" y="212590"/>
                    <a:pt x="312726" y="213330"/>
                  </a:cubicBezTo>
                  <a:cubicBezTo>
                    <a:pt x="331175" y="213599"/>
                    <a:pt x="335644" y="206239"/>
                    <a:pt x="337022" y="190680"/>
                  </a:cubicBezTo>
                  <a:cubicBezTo>
                    <a:pt x="340181" y="155026"/>
                    <a:pt x="318170" y="129049"/>
                    <a:pt x="280062" y="125857"/>
                  </a:cubicBezTo>
                  <a:cubicBezTo>
                    <a:pt x="236174" y="122160"/>
                    <a:pt x="194370" y="131805"/>
                    <a:pt x="153843" y="147767"/>
                  </a:cubicBezTo>
                  <a:cubicBezTo>
                    <a:pt x="138351" y="153850"/>
                    <a:pt x="123229" y="160873"/>
                    <a:pt x="105620" y="168434"/>
                  </a:cubicBezTo>
                  <a:cubicBezTo>
                    <a:pt x="95371" y="136644"/>
                    <a:pt x="84618" y="106198"/>
                    <a:pt x="76351" y="75080"/>
                  </a:cubicBezTo>
                  <a:cubicBezTo>
                    <a:pt x="74771" y="69065"/>
                    <a:pt x="81055" y="56564"/>
                    <a:pt x="86970" y="53641"/>
                  </a:cubicBezTo>
                  <a:cubicBezTo>
                    <a:pt x="178005" y="8610"/>
                    <a:pt x="273207" y="-14409"/>
                    <a:pt x="374491" y="9753"/>
                  </a:cubicBezTo>
                  <a:cubicBezTo>
                    <a:pt x="454806" y="28908"/>
                    <a:pt x="494594" y="83414"/>
                    <a:pt x="488377" y="167695"/>
                  </a:cubicBezTo>
                  <a:cubicBezTo>
                    <a:pt x="483168" y="238533"/>
                    <a:pt x="472986" y="308969"/>
                    <a:pt x="465526" y="379639"/>
                  </a:cubicBezTo>
                  <a:cubicBezTo>
                    <a:pt x="461225" y="420200"/>
                    <a:pt x="457696" y="460861"/>
                    <a:pt x="454369" y="501523"/>
                  </a:cubicBezTo>
                  <a:cubicBezTo>
                    <a:pt x="452689" y="522257"/>
                    <a:pt x="450034" y="525382"/>
                    <a:pt x="429065" y="525382"/>
                  </a:cubicBezTo>
                  <a:cubicBezTo>
                    <a:pt x="383262" y="525416"/>
                    <a:pt x="337492" y="525382"/>
                    <a:pt x="288866" y="525382"/>
                  </a:cubicBezTo>
                  <a:close/>
                  <a:moveTo>
                    <a:pt x="322908" y="299593"/>
                  </a:moveTo>
                  <a:cubicBezTo>
                    <a:pt x="284263" y="291897"/>
                    <a:pt x="247701" y="288839"/>
                    <a:pt x="211038" y="297106"/>
                  </a:cubicBezTo>
                  <a:cubicBezTo>
                    <a:pt x="187582" y="302416"/>
                    <a:pt x="166814" y="313270"/>
                    <a:pt x="151121" y="331954"/>
                  </a:cubicBezTo>
                  <a:cubicBezTo>
                    <a:pt x="119633" y="369490"/>
                    <a:pt x="138385" y="422014"/>
                    <a:pt x="186204" y="431625"/>
                  </a:cubicBezTo>
                  <a:cubicBezTo>
                    <a:pt x="209963" y="436397"/>
                    <a:pt x="232041" y="432398"/>
                    <a:pt x="252237" y="419662"/>
                  </a:cubicBezTo>
                  <a:cubicBezTo>
                    <a:pt x="295621" y="392274"/>
                    <a:pt x="316086" y="351109"/>
                    <a:pt x="322908" y="2995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205;p22">
              <a:extLst>
                <a:ext uri="{FF2B5EF4-FFF2-40B4-BE49-F238E27FC236}">
                  <a16:creationId xmlns:a16="http://schemas.microsoft.com/office/drawing/2014/main" id="{44E7998E-A1E8-155F-A798-8E1BB89A6F69}"/>
                </a:ext>
              </a:extLst>
            </p:cNvPr>
            <p:cNvSpPr/>
            <p:nvPr/>
          </p:nvSpPr>
          <p:spPr>
            <a:xfrm rot="5400000">
              <a:off x="11086918" y="2411877"/>
              <a:ext cx="478841" cy="495132"/>
            </a:xfrm>
            <a:custGeom>
              <a:avLst/>
              <a:gdLst/>
              <a:ahLst/>
              <a:cxnLst/>
              <a:rect l="l" t="t" r="r" b="b"/>
              <a:pathLst>
                <a:path w="478841" h="495132" extrusionOk="0">
                  <a:moveTo>
                    <a:pt x="232200" y="149406"/>
                  </a:moveTo>
                  <a:lnTo>
                    <a:pt x="54297" y="149406"/>
                  </a:lnTo>
                  <a:cubicBezTo>
                    <a:pt x="61891" y="98495"/>
                    <a:pt x="69184" y="49634"/>
                    <a:pt x="76577" y="0"/>
                  </a:cubicBezTo>
                  <a:lnTo>
                    <a:pt x="478522" y="0"/>
                  </a:lnTo>
                  <a:cubicBezTo>
                    <a:pt x="478522" y="23893"/>
                    <a:pt x="479395" y="46744"/>
                    <a:pt x="478253" y="69461"/>
                  </a:cubicBezTo>
                  <a:cubicBezTo>
                    <a:pt x="477211" y="90497"/>
                    <a:pt x="466122" y="106964"/>
                    <a:pt x="451873" y="122321"/>
                  </a:cubicBezTo>
                  <a:cubicBezTo>
                    <a:pt x="385941" y="193260"/>
                    <a:pt x="320613" y="264737"/>
                    <a:pt x="255084" y="336046"/>
                  </a:cubicBezTo>
                  <a:cubicBezTo>
                    <a:pt x="253606" y="337659"/>
                    <a:pt x="252430" y="339541"/>
                    <a:pt x="249304" y="343742"/>
                  </a:cubicBezTo>
                  <a:lnTo>
                    <a:pt x="438163" y="343742"/>
                  </a:lnTo>
                  <a:cubicBezTo>
                    <a:pt x="436382" y="354764"/>
                    <a:pt x="435138" y="363400"/>
                    <a:pt x="433626" y="371970"/>
                  </a:cubicBezTo>
                  <a:cubicBezTo>
                    <a:pt x="427476" y="406112"/>
                    <a:pt x="420453" y="440153"/>
                    <a:pt x="415412" y="474464"/>
                  </a:cubicBezTo>
                  <a:cubicBezTo>
                    <a:pt x="413093" y="490291"/>
                    <a:pt x="407280" y="495231"/>
                    <a:pt x="390847" y="495131"/>
                  </a:cubicBezTo>
                  <a:cubicBezTo>
                    <a:pt x="267653" y="494358"/>
                    <a:pt x="144492" y="494727"/>
                    <a:pt x="21297" y="494727"/>
                  </a:cubicBezTo>
                  <a:cubicBezTo>
                    <a:pt x="18508" y="494727"/>
                    <a:pt x="15685" y="494458"/>
                    <a:pt x="12896" y="494727"/>
                  </a:cubicBezTo>
                  <a:cubicBezTo>
                    <a:pt x="3318" y="495769"/>
                    <a:pt x="-109" y="491098"/>
                    <a:pt x="59" y="482058"/>
                  </a:cubicBezTo>
                  <a:cubicBezTo>
                    <a:pt x="462" y="459106"/>
                    <a:pt x="-983" y="435986"/>
                    <a:pt x="1504" y="413303"/>
                  </a:cubicBezTo>
                  <a:cubicBezTo>
                    <a:pt x="2613" y="403323"/>
                    <a:pt x="9905" y="392771"/>
                    <a:pt x="17063" y="384907"/>
                  </a:cubicBezTo>
                  <a:cubicBezTo>
                    <a:pt x="83298" y="311952"/>
                    <a:pt x="150137" y="239534"/>
                    <a:pt x="216775" y="166948"/>
                  </a:cubicBezTo>
                  <a:cubicBezTo>
                    <a:pt x="220909" y="162445"/>
                    <a:pt x="224840" y="157774"/>
                    <a:pt x="232166" y="14940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206;p22">
              <a:extLst>
                <a:ext uri="{FF2B5EF4-FFF2-40B4-BE49-F238E27FC236}">
                  <a16:creationId xmlns:a16="http://schemas.microsoft.com/office/drawing/2014/main" id="{0EDED63D-6492-607B-15B9-63B691601BF4}"/>
                </a:ext>
              </a:extLst>
            </p:cNvPr>
            <p:cNvSpPr/>
            <p:nvPr/>
          </p:nvSpPr>
          <p:spPr>
            <a:xfrm rot="5400000">
              <a:off x="11219643" y="4563687"/>
              <a:ext cx="353756" cy="663525"/>
            </a:xfrm>
            <a:custGeom>
              <a:avLst/>
              <a:gdLst/>
              <a:ahLst/>
              <a:cxnLst/>
              <a:rect l="l" t="t" r="r" b="b"/>
              <a:pathLst>
                <a:path w="353756" h="663525" extrusionOk="0">
                  <a:moveTo>
                    <a:pt x="353756" y="158950"/>
                  </a:moveTo>
                  <a:cubicBezTo>
                    <a:pt x="347069" y="200216"/>
                    <a:pt x="341255" y="238257"/>
                    <a:pt x="334232" y="276096"/>
                  </a:cubicBezTo>
                  <a:cubicBezTo>
                    <a:pt x="333627" y="279456"/>
                    <a:pt x="325360" y="283455"/>
                    <a:pt x="320521" y="283589"/>
                  </a:cubicBezTo>
                  <a:cubicBezTo>
                    <a:pt x="295351" y="284262"/>
                    <a:pt x="270148" y="284530"/>
                    <a:pt x="244978" y="283455"/>
                  </a:cubicBezTo>
                  <a:cubicBezTo>
                    <a:pt x="231234" y="282884"/>
                    <a:pt x="224647" y="286748"/>
                    <a:pt x="222832" y="301198"/>
                  </a:cubicBezTo>
                  <a:cubicBezTo>
                    <a:pt x="215137" y="363367"/>
                    <a:pt x="206198" y="425401"/>
                    <a:pt x="198503" y="487603"/>
                  </a:cubicBezTo>
                  <a:cubicBezTo>
                    <a:pt x="194537" y="519662"/>
                    <a:pt x="208080" y="531558"/>
                    <a:pt x="239870" y="524367"/>
                  </a:cubicBezTo>
                  <a:cubicBezTo>
                    <a:pt x="262183" y="519326"/>
                    <a:pt x="284094" y="512571"/>
                    <a:pt x="308793" y="505850"/>
                  </a:cubicBezTo>
                  <a:cubicBezTo>
                    <a:pt x="308255" y="512302"/>
                    <a:pt x="307987" y="517444"/>
                    <a:pt x="307348" y="522552"/>
                  </a:cubicBezTo>
                  <a:cubicBezTo>
                    <a:pt x="304626" y="544193"/>
                    <a:pt x="301232" y="565734"/>
                    <a:pt x="299115" y="587442"/>
                  </a:cubicBezTo>
                  <a:cubicBezTo>
                    <a:pt x="296931" y="610025"/>
                    <a:pt x="286816" y="627734"/>
                    <a:pt x="266082" y="636337"/>
                  </a:cubicBezTo>
                  <a:cubicBezTo>
                    <a:pt x="210365" y="659424"/>
                    <a:pt x="152800" y="671622"/>
                    <a:pt x="92480" y="657508"/>
                  </a:cubicBezTo>
                  <a:cubicBezTo>
                    <a:pt x="45400" y="646486"/>
                    <a:pt x="19692" y="614662"/>
                    <a:pt x="23759" y="566372"/>
                  </a:cubicBezTo>
                  <a:cubicBezTo>
                    <a:pt x="31286" y="477219"/>
                    <a:pt x="41569" y="388301"/>
                    <a:pt x="50709" y="299316"/>
                  </a:cubicBezTo>
                  <a:cubicBezTo>
                    <a:pt x="51180" y="294914"/>
                    <a:pt x="51785" y="290512"/>
                    <a:pt x="52558" y="283925"/>
                  </a:cubicBezTo>
                  <a:lnTo>
                    <a:pt x="0" y="283925"/>
                  </a:lnTo>
                  <a:cubicBezTo>
                    <a:pt x="3562" y="254051"/>
                    <a:pt x="6855" y="226495"/>
                    <a:pt x="10149" y="198939"/>
                  </a:cubicBezTo>
                  <a:cubicBezTo>
                    <a:pt x="10216" y="198368"/>
                    <a:pt x="10350" y="197830"/>
                    <a:pt x="10418" y="197293"/>
                  </a:cubicBezTo>
                  <a:cubicBezTo>
                    <a:pt x="16298" y="156799"/>
                    <a:pt x="16231" y="156564"/>
                    <a:pt x="56826" y="149305"/>
                  </a:cubicBezTo>
                  <a:cubicBezTo>
                    <a:pt x="68856" y="147155"/>
                    <a:pt x="76081" y="140971"/>
                    <a:pt x="78635" y="129311"/>
                  </a:cubicBezTo>
                  <a:cubicBezTo>
                    <a:pt x="81290" y="117314"/>
                    <a:pt x="83104" y="105082"/>
                    <a:pt x="86095" y="93186"/>
                  </a:cubicBezTo>
                  <a:cubicBezTo>
                    <a:pt x="91136" y="73090"/>
                    <a:pt x="102326" y="56489"/>
                    <a:pt x="121850" y="49298"/>
                  </a:cubicBezTo>
                  <a:cubicBezTo>
                    <a:pt x="167889" y="32328"/>
                    <a:pt x="214532" y="17071"/>
                    <a:pt x="264200" y="0"/>
                  </a:cubicBezTo>
                  <a:cubicBezTo>
                    <a:pt x="257613" y="53566"/>
                    <a:pt x="251296" y="105250"/>
                    <a:pt x="244709" y="158950"/>
                  </a:cubicBezTo>
                  <a:lnTo>
                    <a:pt x="353622" y="1589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9001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6204" y="0"/>
            <a:ext cx="5125792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39535" y="838200"/>
            <a:ext cx="1544422" cy="774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89488">
            <a:off x="1662279" y="1284402"/>
            <a:ext cx="202415" cy="158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605715">
            <a:off x="4950197" y="1275510"/>
            <a:ext cx="102824" cy="27732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 txBox="1"/>
          <p:nvPr/>
        </p:nvSpPr>
        <p:spPr>
          <a:xfrm>
            <a:off x="1650261" y="2101675"/>
            <a:ext cx="5876819" cy="3719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C0C0C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Dataset contains restaurant-level data across 15 countries.</a:t>
            </a:r>
          </a:p>
          <a:p>
            <a:pPr marL="171450" marR="0" lvl="0" indent="-171450" algn="l" rtl="0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C0C0C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  <a:sym typeface="Calibri"/>
              </a:rPr>
              <a:t>Key attributes analysed:</a:t>
            </a:r>
          </a:p>
          <a:p>
            <a:pPr marL="171450" lvl="0" indent="-171450">
              <a:lnSpc>
                <a:spcPct val="141666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Country, City, Cuisine</a:t>
            </a:r>
          </a:p>
          <a:p>
            <a:pPr marL="171450" lvl="0" indent="-171450">
              <a:lnSpc>
                <a:spcPct val="141666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Price Range</a:t>
            </a:r>
          </a:p>
          <a:p>
            <a:pPr marL="171450" lvl="0" indent="-171450">
              <a:lnSpc>
                <a:spcPct val="141666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Ratings &amp; Votes</a:t>
            </a:r>
          </a:p>
          <a:p>
            <a:pPr marL="171450" lvl="0" indent="-171450">
              <a:lnSpc>
                <a:spcPct val="141666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Online Delivery &amp; Table Booking</a:t>
            </a:r>
          </a:p>
          <a:p>
            <a:pPr marL="171450" lvl="0" indent="-171450">
              <a:lnSpc>
                <a:spcPct val="141666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Average Cost for Two </a:t>
            </a:r>
          </a:p>
          <a:p>
            <a:pPr marL="171450" lvl="0" indent="-171450">
              <a:lnSpc>
                <a:spcPct val="141666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Additional derived fields created during cleaning:</a:t>
            </a:r>
          </a:p>
          <a:p>
            <a:pPr marL="171450" lvl="0" indent="-171450">
              <a:lnSpc>
                <a:spcPct val="141666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Opening Year</a:t>
            </a:r>
          </a:p>
          <a:p>
            <a:pPr marL="171450" lvl="0" indent="-171450">
              <a:lnSpc>
                <a:spcPct val="141666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C0C0C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  <a:sym typeface="Calibri"/>
              </a:rPr>
              <a:t>Imputed Average Cost</a:t>
            </a:r>
          </a:p>
          <a:p>
            <a:pPr marL="171450" lvl="0" indent="-171450">
              <a:lnSpc>
                <a:spcPct val="141666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C0C0C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  <a:sym typeface="Calibri"/>
              </a:rPr>
              <a:t>Country Filters</a:t>
            </a:r>
            <a:endParaRPr dirty="0">
              <a:solidFill>
                <a:srgbClr val="0C0C0C"/>
              </a:solidFill>
              <a:latin typeface="Poppins" panose="00000500000000000000" pitchFamily="2" charset="0"/>
              <a:ea typeface="Calibri" panose="020F0502020204030204" pitchFamily="34" charset="0"/>
              <a:cs typeface="Poppins" panose="00000500000000000000" pitchFamily="2" charset="0"/>
              <a:sym typeface="Calibri"/>
            </a:endParaRPr>
          </a:p>
          <a:p>
            <a:pPr marL="0" marR="0" lvl="0" indent="0" algn="l" rtl="0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0C0C0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5" name="Google Shape;165;p2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710536" y="5442495"/>
            <a:ext cx="506904" cy="25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5400000">
            <a:off x="5272636" y="1314995"/>
            <a:ext cx="506904" cy="25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 txBox="1">
            <a:spLocks noGrp="1"/>
          </p:cNvSpPr>
          <p:nvPr>
            <p:ph type="title"/>
          </p:nvPr>
        </p:nvSpPr>
        <p:spPr>
          <a:xfrm>
            <a:off x="1877648" y="1193100"/>
            <a:ext cx="3687064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dirty="0"/>
              <a:t>Data Overview</a:t>
            </a:r>
            <a:endParaRPr dirty="0"/>
          </a:p>
        </p:txBody>
      </p:sp>
      <p:grpSp>
        <p:nvGrpSpPr>
          <p:cNvPr id="2" name="Google Shape;200;p22">
            <a:extLst>
              <a:ext uri="{FF2B5EF4-FFF2-40B4-BE49-F238E27FC236}">
                <a16:creationId xmlns:a16="http://schemas.microsoft.com/office/drawing/2014/main" id="{119B862B-800F-7560-14D1-49A181467258}"/>
              </a:ext>
            </a:extLst>
          </p:cNvPr>
          <p:cNvGrpSpPr/>
          <p:nvPr/>
        </p:nvGrpSpPr>
        <p:grpSpPr>
          <a:xfrm>
            <a:off x="10760641" y="2365829"/>
            <a:ext cx="685825" cy="3214201"/>
            <a:chOff x="11059391" y="2420023"/>
            <a:chExt cx="668892" cy="3134840"/>
          </a:xfrm>
        </p:grpSpPr>
        <p:sp>
          <p:nvSpPr>
            <p:cNvPr id="3" name="Google Shape;201;p22">
              <a:extLst>
                <a:ext uri="{FF2B5EF4-FFF2-40B4-BE49-F238E27FC236}">
                  <a16:creationId xmlns:a16="http://schemas.microsoft.com/office/drawing/2014/main" id="{873DC6E6-219C-DC37-6600-33A3DB7F69EA}"/>
                </a:ext>
              </a:extLst>
            </p:cNvPr>
            <p:cNvSpPr/>
            <p:nvPr/>
          </p:nvSpPr>
          <p:spPr>
            <a:xfrm rot="5400000">
              <a:off x="10934570" y="3523986"/>
              <a:ext cx="793785" cy="518645"/>
            </a:xfrm>
            <a:custGeom>
              <a:avLst/>
              <a:gdLst/>
              <a:ahLst/>
              <a:cxnLst/>
              <a:rect l="l" t="t" r="r" b="b"/>
              <a:pathLst>
                <a:path w="793785" h="518645" extrusionOk="0">
                  <a:moveTo>
                    <a:pt x="280968" y="516784"/>
                  </a:moveTo>
                  <a:cubicBezTo>
                    <a:pt x="287790" y="470409"/>
                    <a:pt x="294343" y="426253"/>
                    <a:pt x="300795" y="382063"/>
                  </a:cubicBezTo>
                  <a:cubicBezTo>
                    <a:pt x="309600" y="321675"/>
                    <a:pt x="318370" y="261321"/>
                    <a:pt x="327108" y="200934"/>
                  </a:cubicBezTo>
                  <a:cubicBezTo>
                    <a:pt x="328922" y="188366"/>
                    <a:pt x="329897" y="175529"/>
                    <a:pt x="316488" y="168371"/>
                  </a:cubicBezTo>
                  <a:cubicBezTo>
                    <a:pt x="302879" y="161079"/>
                    <a:pt x="291655" y="167867"/>
                    <a:pt x="281506" y="176671"/>
                  </a:cubicBezTo>
                  <a:cubicBezTo>
                    <a:pt x="238492" y="213905"/>
                    <a:pt x="214834" y="261960"/>
                    <a:pt x="205929" y="317172"/>
                  </a:cubicBezTo>
                  <a:cubicBezTo>
                    <a:pt x="196386" y="376283"/>
                    <a:pt x="188522" y="435696"/>
                    <a:pt x="180625" y="495075"/>
                  </a:cubicBezTo>
                  <a:cubicBezTo>
                    <a:pt x="178474" y="511205"/>
                    <a:pt x="172392" y="518363"/>
                    <a:pt x="154884" y="517994"/>
                  </a:cubicBezTo>
                  <a:cubicBezTo>
                    <a:pt x="104040" y="516985"/>
                    <a:pt x="53163" y="517624"/>
                    <a:pt x="0" y="517624"/>
                  </a:cubicBezTo>
                  <a:cubicBezTo>
                    <a:pt x="706" y="510399"/>
                    <a:pt x="1109" y="504014"/>
                    <a:pt x="1983" y="497730"/>
                  </a:cubicBezTo>
                  <a:cubicBezTo>
                    <a:pt x="18785" y="377459"/>
                    <a:pt x="36259" y="257255"/>
                    <a:pt x="52020" y="136850"/>
                  </a:cubicBezTo>
                  <a:cubicBezTo>
                    <a:pt x="56153" y="105362"/>
                    <a:pt x="55347" y="73169"/>
                    <a:pt x="56053" y="41278"/>
                  </a:cubicBezTo>
                  <a:cubicBezTo>
                    <a:pt x="56288" y="29987"/>
                    <a:pt x="59312" y="23233"/>
                    <a:pt x="71679" y="22258"/>
                  </a:cubicBezTo>
                  <a:cubicBezTo>
                    <a:pt x="121346" y="18461"/>
                    <a:pt x="171014" y="14294"/>
                    <a:pt x="220682" y="10362"/>
                  </a:cubicBezTo>
                  <a:cubicBezTo>
                    <a:pt x="222765" y="10194"/>
                    <a:pt x="224916" y="10900"/>
                    <a:pt x="229318" y="11505"/>
                  </a:cubicBezTo>
                  <a:lnTo>
                    <a:pt x="229318" y="147973"/>
                  </a:lnTo>
                  <a:cubicBezTo>
                    <a:pt x="237148" y="136716"/>
                    <a:pt x="245986" y="124047"/>
                    <a:pt x="254790" y="111378"/>
                  </a:cubicBezTo>
                  <a:cubicBezTo>
                    <a:pt x="280061" y="74950"/>
                    <a:pt x="311649" y="45244"/>
                    <a:pt x="349656" y="22493"/>
                  </a:cubicBezTo>
                  <a:cubicBezTo>
                    <a:pt x="358259" y="17352"/>
                    <a:pt x="367400" y="12849"/>
                    <a:pt x="376742" y="9220"/>
                  </a:cubicBezTo>
                  <a:cubicBezTo>
                    <a:pt x="448051" y="-18471"/>
                    <a:pt x="506052" y="18024"/>
                    <a:pt x="511832" y="94407"/>
                  </a:cubicBezTo>
                  <a:cubicBezTo>
                    <a:pt x="512941" y="109261"/>
                    <a:pt x="512000" y="124282"/>
                    <a:pt x="515562" y="140681"/>
                  </a:cubicBezTo>
                  <a:cubicBezTo>
                    <a:pt x="526719" y="126533"/>
                    <a:pt x="536901" y="111445"/>
                    <a:pt x="549201" y="98373"/>
                  </a:cubicBezTo>
                  <a:cubicBezTo>
                    <a:pt x="572489" y="73606"/>
                    <a:pt x="595071" y="47596"/>
                    <a:pt x="621484" y="26560"/>
                  </a:cubicBezTo>
                  <a:cubicBezTo>
                    <a:pt x="650586" y="3372"/>
                    <a:pt x="686644" y="-2441"/>
                    <a:pt x="723542" y="3137"/>
                  </a:cubicBezTo>
                  <a:cubicBezTo>
                    <a:pt x="769647" y="10093"/>
                    <a:pt x="796464" y="39833"/>
                    <a:pt x="793574" y="86342"/>
                  </a:cubicBezTo>
                  <a:cubicBezTo>
                    <a:pt x="790112" y="142126"/>
                    <a:pt x="784097" y="197876"/>
                    <a:pt x="776099" y="253223"/>
                  </a:cubicBezTo>
                  <a:cubicBezTo>
                    <a:pt x="764573" y="332967"/>
                    <a:pt x="750291" y="412307"/>
                    <a:pt x="737118" y="491849"/>
                  </a:cubicBezTo>
                  <a:cubicBezTo>
                    <a:pt x="733455" y="514028"/>
                    <a:pt x="730195" y="517456"/>
                    <a:pt x="708050" y="517758"/>
                  </a:cubicBezTo>
                  <a:cubicBezTo>
                    <a:pt x="666615" y="518363"/>
                    <a:pt x="625181" y="517758"/>
                    <a:pt x="583780" y="518632"/>
                  </a:cubicBezTo>
                  <a:cubicBezTo>
                    <a:pt x="568691" y="518968"/>
                    <a:pt x="566104" y="513121"/>
                    <a:pt x="567986" y="499545"/>
                  </a:cubicBezTo>
                  <a:cubicBezTo>
                    <a:pt x="581293" y="403066"/>
                    <a:pt x="594063" y="306486"/>
                    <a:pt x="606933" y="209940"/>
                  </a:cubicBezTo>
                  <a:cubicBezTo>
                    <a:pt x="607908" y="202715"/>
                    <a:pt x="608714" y="195490"/>
                    <a:pt x="609017" y="188231"/>
                  </a:cubicBezTo>
                  <a:cubicBezTo>
                    <a:pt x="609991" y="165616"/>
                    <a:pt x="601254" y="159768"/>
                    <a:pt x="580352" y="169514"/>
                  </a:cubicBezTo>
                  <a:cubicBezTo>
                    <a:pt x="551015" y="183191"/>
                    <a:pt x="532835" y="207924"/>
                    <a:pt x="517444" y="235009"/>
                  </a:cubicBezTo>
                  <a:cubicBezTo>
                    <a:pt x="490762" y="282022"/>
                    <a:pt x="484747" y="334378"/>
                    <a:pt x="478328" y="386734"/>
                  </a:cubicBezTo>
                  <a:cubicBezTo>
                    <a:pt x="473489" y="426186"/>
                    <a:pt x="467407" y="465470"/>
                    <a:pt x="462265" y="504854"/>
                  </a:cubicBezTo>
                  <a:cubicBezTo>
                    <a:pt x="461257" y="512617"/>
                    <a:pt x="459308" y="516985"/>
                    <a:pt x="450235" y="516918"/>
                  </a:cubicBezTo>
                  <a:cubicBezTo>
                    <a:pt x="394855" y="516616"/>
                    <a:pt x="339474" y="516784"/>
                    <a:pt x="281036" y="51678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202;p22">
              <a:extLst>
                <a:ext uri="{FF2B5EF4-FFF2-40B4-BE49-F238E27FC236}">
                  <a16:creationId xmlns:a16="http://schemas.microsoft.com/office/drawing/2014/main" id="{E01059AD-DBE7-BA3C-D43D-7257238B344A}"/>
                </a:ext>
              </a:extLst>
            </p:cNvPr>
            <p:cNvSpPr/>
            <p:nvPr/>
          </p:nvSpPr>
          <p:spPr>
            <a:xfrm rot="5400000">
              <a:off x="11081233" y="5041760"/>
              <a:ext cx="492264" cy="533941"/>
            </a:xfrm>
            <a:custGeom>
              <a:avLst/>
              <a:gdLst/>
              <a:ahLst/>
              <a:cxnLst/>
              <a:rect l="l" t="t" r="r" b="b"/>
              <a:pathLst>
                <a:path w="492264" h="533941" extrusionOk="0">
                  <a:moveTo>
                    <a:pt x="263042" y="100"/>
                  </a:moveTo>
                  <a:cubicBezTo>
                    <a:pt x="400048" y="-3327"/>
                    <a:pt x="488730" y="81457"/>
                    <a:pt x="492091" y="204484"/>
                  </a:cubicBezTo>
                  <a:cubicBezTo>
                    <a:pt x="494914" y="308389"/>
                    <a:pt x="463594" y="398550"/>
                    <a:pt x="385094" y="469288"/>
                  </a:cubicBezTo>
                  <a:cubicBezTo>
                    <a:pt x="308072" y="538648"/>
                    <a:pt x="186961" y="554073"/>
                    <a:pt x="101672" y="506455"/>
                  </a:cubicBezTo>
                  <a:cubicBezTo>
                    <a:pt x="38798" y="471372"/>
                    <a:pt x="9562" y="414042"/>
                    <a:pt x="2303" y="345993"/>
                  </a:cubicBezTo>
                  <a:cubicBezTo>
                    <a:pt x="-10870" y="222798"/>
                    <a:pt x="32514" y="121850"/>
                    <a:pt x="131244" y="46273"/>
                  </a:cubicBezTo>
                  <a:cubicBezTo>
                    <a:pt x="174023" y="13509"/>
                    <a:pt x="223892" y="67"/>
                    <a:pt x="263109" y="100"/>
                  </a:cubicBezTo>
                  <a:close/>
                  <a:moveTo>
                    <a:pt x="171906" y="303516"/>
                  </a:moveTo>
                  <a:cubicBezTo>
                    <a:pt x="177585" y="326065"/>
                    <a:pt x="180979" y="349588"/>
                    <a:pt x="189582" y="370961"/>
                  </a:cubicBezTo>
                  <a:cubicBezTo>
                    <a:pt x="199730" y="396198"/>
                    <a:pt x="223489" y="403053"/>
                    <a:pt x="246273" y="388133"/>
                  </a:cubicBezTo>
                  <a:cubicBezTo>
                    <a:pt x="258875" y="379866"/>
                    <a:pt x="271073" y="368071"/>
                    <a:pt x="278365" y="355032"/>
                  </a:cubicBezTo>
                  <a:cubicBezTo>
                    <a:pt x="309954" y="298610"/>
                    <a:pt x="314591" y="238424"/>
                    <a:pt x="297486" y="176457"/>
                  </a:cubicBezTo>
                  <a:cubicBezTo>
                    <a:pt x="292378" y="157975"/>
                    <a:pt x="279777" y="146784"/>
                    <a:pt x="260555" y="144533"/>
                  </a:cubicBezTo>
                  <a:cubicBezTo>
                    <a:pt x="241467" y="142315"/>
                    <a:pt x="226950" y="150279"/>
                    <a:pt x="216634" y="166376"/>
                  </a:cubicBezTo>
                  <a:cubicBezTo>
                    <a:pt x="190086" y="207911"/>
                    <a:pt x="175535" y="253076"/>
                    <a:pt x="171939" y="3035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203;p22">
              <a:extLst>
                <a:ext uri="{FF2B5EF4-FFF2-40B4-BE49-F238E27FC236}">
                  <a16:creationId xmlns:a16="http://schemas.microsoft.com/office/drawing/2014/main" id="{7EC74918-FF0D-A83E-F252-DC097DE46C33}"/>
                </a:ext>
              </a:extLst>
            </p:cNvPr>
            <p:cNvSpPr/>
            <p:nvPr/>
          </p:nvSpPr>
          <p:spPr>
            <a:xfrm rot="5400000">
              <a:off x="11081802" y="2871110"/>
              <a:ext cx="485200" cy="530022"/>
            </a:xfrm>
            <a:custGeom>
              <a:avLst/>
              <a:gdLst/>
              <a:ahLst/>
              <a:cxnLst/>
              <a:rect l="l" t="t" r="r" b="b"/>
              <a:pathLst>
                <a:path w="485200" h="530022" extrusionOk="0">
                  <a:moveTo>
                    <a:pt x="485200" y="223253"/>
                  </a:moveTo>
                  <a:cubicBezTo>
                    <a:pt x="484125" y="348766"/>
                    <a:pt x="431970" y="445413"/>
                    <a:pt x="319496" y="503751"/>
                  </a:cubicBezTo>
                  <a:cubicBezTo>
                    <a:pt x="254739" y="537355"/>
                    <a:pt x="185111" y="537994"/>
                    <a:pt x="117666" y="509833"/>
                  </a:cubicBezTo>
                  <a:cubicBezTo>
                    <a:pt x="50255" y="481706"/>
                    <a:pt x="16281" y="426763"/>
                    <a:pt x="4620" y="356226"/>
                  </a:cubicBezTo>
                  <a:cubicBezTo>
                    <a:pt x="-17021" y="225370"/>
                    <a:pt x="38460" y="100495"/>
                    <a:pt x="148112" y="34328"/>
                  </a:cubicBezTo>
                  <a:cubicBezTo>
                    <a:pt x="238408" y="-20145"/>
                    <a:pt x="361064" y="-8720"/>
                    <a:pt x="429887" y="61010"/>
                  </a:cubicBezTo>
                  <a:cubicBezTo>
                    <a:pt x="470582" y="102209"/>
                    <a:pt x="484192" y="153691"/>
                    <a:pt x="485133" y="209777"/>
                  </a:cubicBezTo>
                  <a:cubicBezTo>
                    <a:pt x="485200" y="214247"/>
                    <a:pt x="485133" y="218750"/>
                    <a:pt x="485133" y="223219"/>
                  </a:cubicBezTo>
                  <a:close/>
                  <a:moveTo>
                    <a:pt x="306759" y="223824"/>
                  </a:moveTo>
                  <a:cubicBezTo>
                    <a:pt x="305281" y="213642"/>
                    <a:pt x="303668" y="195764"/>
                    <a:pt x="299837" y="178391"/>
                  </a:cubicBezTo>
                  <a:cubicBezTo>
                    <a:pt x="295267" y="157623"/>
                    <a:pt x="283001" y="143274"/>
                    <a:pt x="260587" y="140048"/>
                  </a:cubicBezTo>
                  <a:cubicBezTo>
                    <a:pt x="239550" y="137023"/>
                    <a:pt x="224764" y="147273"/>
                    <a:pt x="213977" y="163638"/>
                  </a:cubicBezTo>
                  <a:cubicBezTo>
                    <a:pt x="173920" y="224530"/>
                    <a:pt x="165956" y="290563"/>
                    <a:pt x="185884" y="359788"/>
                  </a:cubicBezTo>
                  <a:cubicBezTo>
                    <a:pt x="194520" y="389764"/>
                    <a:pt x="229233" y="400181"/>
                    <a:pt x="253698" y="380254"/>
                  </a:cubicBezTo>
                  <a:cubicBezTo>
                    <a:pt x="265426" y="370710"/>
                    <a:pt x="274768" y="357067"/>
                    <a:pt x="282161" y="343625"/>
                  </a:cubicBezTo>
                  <a:cubicBezTo>
                    <a:pt x="301315" y="308911"/>
                    <a:pt x="305247" y="270367"/>
                    <a:pt x="306759" y="22379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204;p22">
              <a:extLst>
                <a:ext uri="{FF2B5EF4-FFF2-40B4-BE49-F238E27FC236}">
                  <a16:creationId xmlns:a16="http://schemas.microsoft.com/office/drawing/2014/main" id="{49291285-BD5C-1C42-6B5F-A3CEF7EDB76E}"/>
                </a:ext>
              </a:extLst>
            </p:cNvPr>
            <p:cNvSpPr/>
            <p:nvPr/>
          </p:nvSpPr>
          <p:spPr>
            <a:xfrm rot="5400000">
              <a:off x="11093113" y="4169783"/>
              <a:ext cx="489008" cy="532002"/>
            </a:xfrm>
            <a:custGeom>
              <a:avLst/>
              <a:gdLst/>
              <a:ahLst/>
              <a:cxnLst/>
              <a:rect l="l" t="t" r="r" b="b"/>
              <a:pathLst>
                <a:path w="489008" h="532002" extrusionOk="0">
                  <a:moveTo>
                    <a:pt x="288799" y="525382"/>
                  </a:moveTo>
                  <a:cubicBezTo>
                    <a:pt x="292765" y="500717"/>
                    <a:pt x="296327" y="478403"/>
                    <a:pt x="299687" y="457602"/>
                  </a:cubicBezTo>
                  <a:cubicBezTo>
                    <a:pt x="292294" y="464020"/>
                    <a:pt x="284162" y="470741"/>
                    <a:pt x="276433" y="477933"/>
                  </a:cubicBezTo>
                  <a:cubicBezTo>
                    <a:pt x="229857" y="521047"/>
                    <a:pt x="173603" y="536808"/>
                    <a:pt x="112173" y="530759"/>
                  </a:cubicBezTo>
                  <a:cubicBezTo>
                    <a:pt x="41267" y="523769"/>
                    <a:pt x="-3931" y="464726"/>
                    <a:pt x="270" y="389989"/>
                  </a:cubicBezTo>
                  <a:cubicBezTo>
                    <a:pt x="5579" y="295359"/>
                    <a:pt x="66437" y="229494"/>
                    <a:pt x="167050" y="216690"/>
                  </a:cubicBezTo>
                  <a:cubicBezTo>
                    <a:pt x="215003" y="210608"/>
                    <a:pt x="264167" y="212590"/>
                    <a:pt x="312726" y="213330"/>
                  </a:cubicBezTo>
                  <a:cubicBezTo>
                    <a:pt x="331175" y="213599"/>
                    <a:pt x="335644" y="206239"/>
                    <a:pt x="337022" y="190680"/>
                  </a:cubicBezTo>
                  <a:cubicBezTo>
                    <a:pt x="340181" y="155026"/>
                    <a:pt x="318170" y="129049"/>
                    <a:pt x="280062" y="125857"/>
                  </a:cubicBezTo>
                  <a:cubicBezTo>
                    <a:pt x="236174" y="122160"/>
                    <a:pt x="194370" y="131805"/>
                    <a:pt x="153843" y="147767"/>
                  </a:cubicBezTo>
                  <a:cubicBezTo>
                    <a:pt x="138351" y="153850"/>
                    <a:pt x="123229" y="160873"/>
                    <a:pt x="105620" y="168434"/>
                  </a:cubicBezTo>
                  <a:cubicBezTo>
                    <a:pt x="95371" y="136644"/>
                    <a:pt x="84618" y="106198"/>
                    <a:pt x="76351" y="75080"/>
                  </a:cubicBezTo>
                  <a:cubicBezTo>
                    <a:pt x="74771" y="69065"/>
                    <a:pt x="81055" y="56564"/>
                    <a:pt x="86970" y="53641"/>
                  </a:cubicBezTo>
                  <a:cubicBezTo>
                    <a:pt x="178005" y="8610"/>
                    <a:pt x="273207" y="-14409"/>
                    <a:pt x="374491" y="9753"/>
                  </a:cubicBezTo>
                  <a:cubicBezTo>
                    <a:pt x="454806" y="28908"/>
                    <a:pt x="494594" y="83414"/>
                    <a:pt x="488377" y="167695"/>
                  </a:cubicBezTo>
                  <a:cubicBezTo>
                    <a:pt x="483168" y="238533"/>
                    <a:pt x="472986" y="308969"/>
                    <a:pt x="465526" y="379639"/>
                  </a:cubicBezTo>
                  <a:cubicBezTo>
                    <a:pt x="461225" y="420200"/>
                    <a:pt x="457696" y="460861"/>
                    <a:pt x="454369" y="501523"/>
                  </a:cubicBezTo>
                  <a:cubicBezTo>
                    <a:pt x="452689" y="522257"/>
                    <a:pt x="450034" y="525382"/>
                    <a:pt x="429065" y="525382"/>
                  </a:cubicBezTo>
                  <a:cubicBezTo>
                    <a:pt x="383262" y="525416"/>
                    <a:pt x="337492" y="525382"/>
                    <a:pt x="288866" y="525382"/>
                  </a:cubicBezTo>
                  <a:close/>
                  <a:moveTo>
                    <a:pt x="322908" y="299593"/>
                  </a:moveTo>
                  <a:cubicBezTo>
                    <a:pt x="284263" y="291897"/>
                    <a:pt x="247701" y="288839"/>
                    <a:pt x="211038" y="297106"/>
                  </a:cubicBezTo>
                  <a:cubicBezTo>
                    <a:pt x="187582" y="302416"/>
                    <a:pt x="166814" y="313270"/>
                    <a:pt x="151121" y="331954"/>
                  </a:cubicBezTo>
                  <a:cubicBezTo>
                    <a:pt x="119633" y="369490"/>
                    <a:pt x="138385" y="422014"/>
                    <a:pt x="186204" y="431625"/>
                  </a:cubicBezTo>
                  <a:cubicBezTo>
                    <a:pt x="209963" y="436397"/>
                    <a:pt x="232041" y="432398"/>
                    <a:pt x="252237" y="419662"/>
                  </a:cubicBezTo>
                  <a:cubicBezTo>
                    <a:pt x="295621" y="392274"/>
                    <a:pt x="316086" y="351109"/>
                    <a:pt x="322908" y="2995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205;p22">
              <a:extLst>
                <a:ext uri="{FF2B5EF4-FFF2-40B4-BE49-F238E27FC236}">
                  <a16:creationId xmlns:a16="http://schemas.microsoft.com/office/drawing/2014/main" id="{E6E286EC-888B-D2BA-E255-4DDAD9783440}"/>
                </a:ext>
              </a:extLst>
            </p:cNvPr>
            <p:cNvSpPr/>
            <p:nvPr/>
          </p:nvSpPr>
          <p:spPr>
            <a:xfrm rot="5400000">
              <a:off x="11086918" y="2411877"/>
              <a:ext cx="478841" cy="495132"/>
            </a:xfrm>
            <a:custGeom>
              <a:avLst/>
              <a:gdLst/>
              <a:ahLst/>
              <a:cxnLst/>
              <a:rect l="l" t="t" r="r" b="b"/>
              <a:pathLst>
                <a:path w="478841" h="495132" extrusionOk="0">
                  <a:moveTo>
                    <a:pt x="232200" y="149406"/>
                  </a:moveTo>
                  <a:lnTo>
                    <a:pt x="54297" y="149406"/>
                  </a:lnTo>
                  <a:cubicBezTo>
                    <a:pt x="61891" y="98495"/>
                    <a:pt x="69184" y="49634"/>
                    <a:pt x="76577" y="0"/>
                  </a:cubicBezTo>
                  <a:lnTo>
                    <a:pt x="478522" y="0"/>
                  </a:lnTo>
                  <a:cubicBezTo>
                    <a:pt x="478522" y="23893"/>
                    <a:pt x="479395" y="46744"/>
                    <a:pt x="478253" y="69461"/>
                  </a:cubicBezTo>
                  <a:cubicBezTo>
                    <a:pt x="477211" y="90497"/>
                    <a:pt x="466122" y="106964"/>
                    <a:pt x="451873" y="122321"/>
                  </a:cubicBezTo>
                  <a:cubicBezTo>
                    <a:pt x="385941" y="193260"/>
                    <a:pt x="320613" y="264737"/>
                    <a:pt x="255084" y="336046"/>
                  </a:cubicBezTo>
                  <a:cubicBezTo>
                    <a:pt x="253606" y="337659"/>
                    <a:pt x="252430" y="339541"/>
                    <a:pt x="249304" y="343742"/>
                  </a:cubicBezTo>
                  <a:lnTo>
                    <a:pt x="438163" y="343742"/>
                  </a:lnTo>
                  <a:cubicBezTo>
                    <a:pt x="436382" y="354764"/>
                    <a:pt x="435138" y="363400"/>
                    <a:pt x="433626" y="371970"/>
                  </a:cubicBezTo>
                  <a:cubicBezTo>
                    <a:pt x="427476" y="406112"/>
                    <a:pt x="420453" y="440153"/>
                    <a:pt x="415412" y="474464"/>
                  </a:cubicBezTo>
                  <a:cubicBezTo>
                    <a:pt x="413093" y="490291"/>
                    <a:pt x="407280" y="495231"/>
                    <a:pt x="390847" y="495131"/>
                  </a:cubicBezTo>
                  <a:cubicBezTo>
                    <a:pt x="267653" y="494358"/>
                    <a:pt x="144492" y="494727"/>
                    <a:pt x="21297" y="494727"/>
                  </a:cubicBezTo>
                  <a:cubicBezTo>
                    <a:pt x="18508" y="494727"/>
                    <a:pt x="15685" y="494458"/>
                    <a:pt x="12896" y="494727"/>
                  </a:cubicBezTo>
                  <a:cubicBezTo>
                    <a:pt x="3318" y="495769"/>
                    <a:pt x="-109" y="491098"/>
                    <a:pt x="59" y="482058"/>
                  </a:cubicBezTo>
                  <a:cubicBezTo>
                    <a:pt x="462" y="459106"/>
                    <a:pt x="-983" y="435986"/>
                    <a:pt x="1504" y="413303"/>
                  </a:cubicBezTo>
                  <a:cubicBezTo>
                    <a:pt x="2613" y="403323"/>
                    <a:pt x="9905" y="392771"/>
                    <a:pt x="17063" y="384907"/>
                  </a:cubicBezTo>
                  <a:cubicBezTo>
                    <a:pt x="83298" y="311952"/>
                    <a:pt x="150137" y="239534"/>
                    <a:pt x="216775" y="166948"/>
                  </a:cubicBezTo>
                  <a:cubicBezTo>
                    <a:pt x="220909" y="162445"/>
                    <a:pt x="224840" y="157774"/>
                    <a:pt x="232166" y="14940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206;p22">
              <a:extLst>
                <a:ext uri="{FF2B5EF4-FFF2-40B4-BE49-F238E27FC236}">
                  <a16:creationId xmlns:a16="http://schemas.microsoft.com/office/drawing/2014/main" id="{2E1924D5-5F8F-C001-F536-8B515713E60B}"/>
                </a:ext>
              </a:extLst>
            </p:cNvPr>
            <p:cNvSpPr/>
            <p:nvPr/>
          </p:nvSpPr>
          <p:spPr>
            <a:xfrm rot="5400000">
              <a:off x="11219643" y="4563687"/>
              <a:ext cx="353756" cy="663525"/>
            </a:xfrm>
            <a:custGeom>
              <a:avLst/>
              <a:gdLst/>
              <a:ahLst/>
              <a:cxnLst/>
              <a:rect l="l" t="t" r="r" b="b"/>
              <a:pathLst>
                <a:path w="353756" h="663525" extrusionOk="0">
                  <a:moveTo>
                    <a:pt x="353756" y="158950"/>
                  </a:moveTo>
                  <a:cubicBezTo>
                    <a:pt x="347069" y="200216"/>
                    <a:pt x="341255" y="238257"/>
                    <a:pt x="334232" y="276096"/>
                  </a:cubicBezTo>
                  <a:cubicBezTo>
                    <a:pt x="333627" y="279456"/>
                    <a:pt x="325360" y="283455"/>
                    <a:pt x="320521" y="283589"/>
                  </a:cubicBezTo>
                  <a:cubicBezTo>
                    <a:pt x="295351" y="284262"/>
                    <a:pt x="270148" y="284530"/>
                    <a:pt x="244978" y="283455"/>
                  </a:cubicBezTo>
                  <a:cubicBezTo>
                    <a:pt x="231234" y="282884"/>
                    <a:pt x="224647" y="286748"/>
                    <a:pt x="222832" y="301198"/>
                  </a:cubicBezTo>
                  <a:cubicBezTo>
                    <a:pt x="215137" y="363367"/>
                    <a:pt x="206198" y="425401"/>
                    <a:pt x="198503" y="487603"/>
                  </a:cubicBezTo>
                  <a:cubicBezTo>
                    <a:pt x="194537" y="519662"/>
                    <a:pt x="208080" y="531558"/>
                    <a:pt x="239870" y="524367"/>
                  </a:cubicBezTo>
                  <a:cubicBezTo>
                    <a:pt x="262183" y="519326"/>
                    <a:pt x="284094" y="512571"/>
                    <a:pt x="308793" y="505850"/>
                  </a:cubicBezTo>
                  <a:cubicBezTo>
                    <a:pt x="308255" y="512302"/>
                    <a:pt x="307987" y="517444"/>
                    <a:pt x="307348" y="522552"/>
                  </a:cubicBezTo>
                  <a:cubicBezTo>
                    <a:pt x="304626" y="544193"/>
                    <a:pt x="301232" y="565734"/>
                    <a:pt x="299115" y="587442"/>
                  </a:cubicBezTo>
                  <a:cubicBezTo>
                    <a:pt x="296931" y="610025"/>
                    <a:pt x="286816" y="627734"/>
                    <a:pt x="266082" y="636337"/>
                  </a:cubicBezTo>
                  <a:cubicBezTo>
                    <a:pt x="210365" y="659424"/>
                    <a:pt x="152800" y="671622"/>
                    <a:pt x="92480" y="657508"/>
                  </a:cubicBezTo>
                  <a:cubicBezTo>
                    <a:pt x="45400" y="646486"/>
                    <a:pt x="19692" y="614662"/>
                    <a:pt x="23759" y="566372"/>
                  </a:cubicBezTo>
                  <a:cubicBezTo>
                    <a:pt x="31286" y="477219"/>
                    <a:pt x="41569" y="388301"/>
                    <a:pt x="50709" y="299316"/>
                  </a:cubicBezTo>
                  <a:cubicBezTo>
                    <a:pt x="51180" y="294914"/>
                    <a:pt x="51785" y="290512"/>
                    <a:pt x="52558" y="283925"/>
                  </a:cubicBezTo>
                  <a:lnTo>
                    <a:pt x="0" y="283925"/>
                  </a:lnTo>
                  <a:cubicBezTo>
                    <a:pt x="3562" y="254051"/>
                    <a:pt x="6855" y="226495"/>
                    <a:pt x="10149" y="198939"/>
                  </a:cubicBezTo>
                  <a:cubicBezTo>
                    <a:pt x="10216" y="198368"/>
                    <a:pt x="10350" y="197830"/>
                    <a:pt x="10418" y="197293"/>
                  </a:cubicBezTo>
                  <a:cubicBezTo>
                    <a:pt x="16298" y="156799"/>
                    <a:pt x="16231" y="156564"/>
                    <a:pt x="56826" y="149305"/>
                  </a:cubicBezTo>
                  <a:cubicBezTo>
                    <a:pt x="68856" y="147155"/>
                    <a:pt x="76081" y="140971"/>
                    <a:pt x="78635" y="129311"/>
                  </a:cubicBezTo>
                  <a:cubicBezTo>
                    <a:pt x="81290" y="117314"/>
                    <a:pt x="83104" y="105082"/>
                    <a:pt x="86095" y="93186"/>
                  </a:cubicBezTo>
                  <a:cubicBezTo>
                    <a:pt x="91136" y="73090"/>
                    <a:pt x="102326" y="56489"/>
                    <a:pt x="121850" y="49298"/>
                  </a:cubicBezTo>
                  <a:cubicBezTo>
                    <a:pt x="167889" y="32328"/>
                    <a:pt x="214532" y="17071"/>
                    <a:pt x="264200" y="0"/>
                  </a:cubicBezTo>
                  <a:cubicBezTo>
                    <a:pt x="257613" y="53566"/>
                    <a:pt x="251296" y="105250"/>
                    <a:pt x="244709" y="158950"/>
                  </a:cubicBezTo>
                  <a:lnTo>
                    <a:pt x="353622" y="1589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8400" y="-15125"/>
            <a:ext cx="5943600" cy="6130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11187781" y="4816995"/>
            <a:ext cx="356384" cy="1786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1"/>
          <p:cNvCxnSpPr/>
          <p:nvPr/>
        </p:nvCxnSpPr>
        <p:spPr>
          <a:xfrm>
            <a:off x="2552700" y="6464300"/>
            <a:ext cx="96393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6" name="Google Shape;176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53514" y="584200"/>
            <a:ext cx="1544422" cy="774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589488">
            <a:off x="514053" y="769415"/>
            <a:ext cx="202415" cy="158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605715">
            <a:off x="3488864" y="740463"/>
            <a:ext cx="124112" cy="9703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1"/>
          <p:cNvSpPr txBox="1">
            <a:spLocks noGrp="1"/>
          </p:cNvSpPr>
          <p:nvPr>
            <p:ph type="title"/>
          </p:nvPr>
        </p:nvSpPr>
        <p:spPr>
          <a:xfrm>
            <a:off x="698500" y="593725"/>
            <a:ext cx="5016499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dirty="0"/>
              <a:t>Methodology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F5FF7B-2C7B-2DBE-9037-7F93E009A9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910" y="1500787"/>
            <a:ext cx="5690151" cy="36166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Performed data profiling and cleaning to handle missing, zero, and inconsistent values using Excel formulas and validation logic.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Used Pivot Tables and functions (COUNT, AVERAGE, COUNTIFS) to analyze restaurants by country, cuisine, price range, and services.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Built interactive dashboards with slicers and translated insights into business-focused expansion recommendations.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Created derived fields (Opening Year, Country Filter, Imputed Cost) to improve analytical accuracy.</a:t>
            </a:r>
          </a:p>
        </p:txBody>
      </p:sp>
      <p:grpSp>
        <p:nvGrpSpPr>
          <p:cNvPr id="3" name="Google Shape;200;p22">
            <a:extLst>
              <a:ext uri="{FF2B5EF4-FFF2-40B4-BE49-F238E27FC236}">
                <a16:creationId xmlns:a16="http://schemas.microsoft.com/office/drawing/2014/main" id="{1517121C-F6C6-4A49-78B9-F4816D620142}"/>
              </a:ext>
            </a:extLst>
          </p:cNvPr>
          <p:cNvGrpSpPr/>
          <p:nvPr/>
        </p:nvGrpSpPr>
        <p:grpSpPr>
          <a:xfrm>
            <a:off x="10680148" y="1569555"/>
            <a:ext cx="685825" cy="3214201"/>
            <a:chOff x="11059391" y="2420023"/>
            <a:chExt cx="668892" cy="3134840"/>
          </a:xfrm>
        </p:grpSpPr>
        <p:sp>
          <p:nvSpPr>
            <p:cNvPr id="4" name="Google Shape;201;p22">
              <a:extLst>
                <a:ext uri="{FF2B5EF4-FFF2-40B4-BE49-F238E27FC236}">
                  <a16:creationId xmlns:a16="http://schemas.microsoft.com/office/drawing/2014/main" id="{B22BF756-40A8-311C-6E5E-29067936D948}"/>
                </a:ext>
              </a:extLst>
            </p:cNvPr>
            <p:cNvSpPr/>
            <p:nvPr/>
          </p:nvSpPr>
          <p:spPr>
            <a:xfrm rot="5400000">
              <a:off x="10934570" y="3523986"/>
              <a:ext cx="793785" cy="518645"/>
            </a:xfrm>
            <a:custGeom>
              <a:avLst/>
              <a:gdLst/>
              <a:ahLst/>
              <a:cxnLst/>
              <a:rect l="l" t="t" r="r" b="b"/>
              <a:pathLst>
                <a:path w="793785" h="518645" extrusionOk="0">
                  <a:moveTo>
                    <a:pt x="280968" y="516784"/>
                  </a:moveTo>
                  <a:cubicBezTo>
                    <a:pt x="287790" y="470409"/>
                    <a:pt x="294343" y="426253"/>
                    <a:pt x="300795" y="382063"/>
                  </a:cubicBezTo>
                  <a:cubicBezTo>
                    <a:pt x="309600" y="321675"/>
                    <a:pt x="318370" y="261321"/>
                    <a:pt x="327108" y="200934"/>
                  </a:cubicBezTo>
                  <a:cubicBezTo>
                    <a:pt x="328922" y="188366"/>
                    <a:pt x="329897" y="175529"/>
                    <a:pt x="316488" y="168371"/>
                  </a:cubicBezTo>
                  <a:cubicBezTo>
                    <a:pt x="302879" y="161079"/>
                    <a:pt x="291655" y="167867"/>
                    <a:pt x="281506" y="176671"/>
                  </a:cubicBezTo>
                  <a:cubicBezTo>
                    <a:pt x="238492" y="213905"/>
                    <a:pt x="214834" y="261960"/>
                    <a:pt x="205929" y="317172"/>
                  </a:cubicBezTo>
                  <a:cubicBezTo>
                    <a:pt x="196386" y="376283"/>
                    <a:pt x="188522" y="435696"/>
                    <a:pt x="180625" y="495075"/>
                  </a:cubicBezTo>
                  <a:cubicBezTo>
                    <a:pt x="178474" y="511205"/>
                    <a:pt x="172392" y="518363"/>
                    <a:pt x="154884" y="517994"/>
                  </a:cubicBezTo>
                  <a:cubicBezTo>
                    <a:pt x="104040" y="516985"/>
                    <a:pt x="53163" y="517624"/>
                    <a:pt x="0" y="517624"/>
                  </a:cubicBezTo>
                  <a:cubicBezTo>
                    <a:pt x="706" y="510399"/>
                    <a:pt x="1109" y="504014"/>
                    <a:pt x="1983" y="497730"/>
                  </a:cubicBezTo>
                  <a:cubicBezTo>
                    <a:pt x="18785" y="377459"/>
                    <a:pt x="36259" y="257255"/>
                    <a:pt x="52020" y="136850"/>
                  </a:cubicBezTo>
                  <a:cubicBezTo>
                    <a:pt x="56153" y="105362"/>
                    <a:pt x="55347" y="73169"/>
                    <a:pt x="56053" y="41278"/>
                  </a:cubicBezTo>
                  <a:cubicBezTo>
                    <a:pt x="56288" y="29987"/>
                    <a:pt x="59312" y="23233"/>
                    <a:pt x="71679" y="22258"/>
                  </a:cubicBezTo>
                  <a:cubicBezTo>
                    <a:pt x="121346" y="18461"/>
                    <a:pt x="171014" y="14294"/>
                    <a:pt x="220682" y="10362"/>
                  </a:cubicBezTo>
                  <a:cubicBezTo>
                    <a:pt x="222765" y="10194"/>
                    <a:pt x="224916" y="10900"/>
                    <a:pt x="229318" y="11505"/>
                  </a:cubicBezTo>
                  <a:lnTo>
                    <a:pt x="229318" y="147973"/>
                  </a:lnTo>
                  <a:cubicBezTo>
                    <a:pt x="237148" y="136716"/>
                    <a:pt x="245986" y="124047"/>
                    <a:pt x="254790" y="111378"/>
                  </a:cubicBezTo>
                  <a:cubicBezTo>
                    <a:pt x="280061" y="74950"/>
                    <a:pt x="311649" y="45244"/>
                    <a:pt x="349656" y="22493"/>
                  </a:cubicBezTo>
                  <a:cubicBezTo>
                    <a:pt x="358259" y="17352"/>
                    <a:pt x="367400" y="12849"/>
                    <a:pt x="376742" y="9220"/>
                  </a:cubicBezTo>
                  <a:cubicBezTo>
                    <a:pt x="448051" y="-18471"/>
                    <a:pt x="506052" y="18024"/>
                    <a:pt x="511832" y="94407"/>
                  </a:cubicBezTo>
                  <a:cubicBezTo>
                    <a:pt x="512941" y="109261"/>
                    <a:pt x="512000" y="124282"/>
                    <a:pt x="515562" y="140681"/>
                  </a:cubicBezTo>
                  <a:cubicBezTo>
                    <a:pt x="526719" y="126533"/>
                    <a:pt x="536901" y="111445"/>
                    <a:pt x="549201" y="98373"/>
                  </a:cubicBezTo>
                  <a:cubicBezTo>
                    <a:pt x="572489" y="73606"/>
                    <a:pt x="595071" y="47596"/>
                    <a:pt x="621484" y="26560"/>
                  </a:cubicBezTo>
                  <a:cubicBezTo>
                    <a:pt x="650586" y="3372"/>
                    <a:pt x="686644" y="-2441"/>
                    <a:pt x="723542" y="3137"/>
                  </a:cubicBezTo>
                  <a:cubicBezTo>
                    <a:pt x="769647" y="10093"/>
                    <a:pt x="796464" y="39833"/>
                    <a:pt x="793574" y="86342"/>
                  </a:cubicBezTo>
                  <a:cubicBezTo>
                    <a:pt x="790112" y="142126"/>
                    <a:pt x="784097" y="197876"/>
                    <a:pt x="776099" y="253223"/>
                  </a:cubicBezTo>
                  <a:cubicBezTo>
                    <a:pt x="764573" y="332967"/>
                    <a:pt x="750291" y="412307"/>
                    <a:pt x="737118" y="491849"/>
                  </a:cubicBezTo>
                  <a:cubicBezTo>
                    <a:pt x="733455" y="514028"/>
                    <a:pt x="730195" y="517456"/>
                    <a:pt x="708050" y="517758"/>
                  </a:cubicBezTo>
                  <a:cubicBezTo>
                    <a:pt x="666615" y="518363"/>
                    <a:pt x="625181" y="517758"/>
                    <a:pt x="583780" y="518632"/>
                  </a:cubicBezTo>
                  <a:cubicBezTo>
                    <a:pt x="568691" y="518968"/>
                    <a:pt x="566104" y="513121"/>
                    <a:pt x="567986" y="499545"/>
                  </a:cubicBezTo>
                  <a:cubicBezTo>
                    <a:pt x="581293" y="403066"/>
                    <a:pt x="594063" y="306486"/>
                    <a:pt x="606933" y="209940"/>
                  </a:cubicBezTo>
                  <a:cubicBezTo>
                    <a:pt x="607908" y="202715"/>
                    <a:pt x="608714" y="195490"/>
                    <a:pt x="609017" y="188231"/>
                  </a:cubicBezTo>
                  <a:cubicBezTo>
                    <a:pt x="609991" y="165616"/>
                    <a:pt x="601254" y="159768"/>
                    <a:pt x="580352" y="169514"/>
                  </a:cubicBezTo>
                  <a:cubicBezTo>
                    <a:pt x="551015" y="183191"/>
                    <a:pt x="532835" y="207924"/>
                    <a:pt x="517444" y="235009"/>
                  </a:cubicBezTo>
                  <a:cubicBezTo>
                    <a:pt x="490762" y="282022"/>
                    <a:pt x="484747" y="334378"/>
                    <a:pt x="478328" y="386734"/>
                  </a:cubicBezTo>
                  <a:cubicBezTo>
                    <a:pt x="473489" y="426186"/>
                    <a:pt x="467407" y="465470"/>
                    <a:pt x="462265" y="504854"/>
                  </a:cubicBezTo>
                  <a:cubicBezTo>
                    <a:pt x="461257" y="512617"/>
                    <a:pt x="459308" y="516985"/>
                    <a:pt x="450235" y="516918"/>
                  </a:cubicBezTo>
                  <a:cubicBezTo>
                    <a:pt x="394855" y="516616"/>
                    <a:pt x="339474" y="516784"/>
                    <a:pt x="281036" y="51678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202;p22">
              <a:extLst>
                <a:ext uri="{FF2B5EF4-FFF2-40B4-BE49-F238E27FC236}">
                  <a16:creationId xmlns:a16="http://schemas.microsoft.com/office/drawing/2014/main" id="{5780FEF3-64A0-3DED-409E-6D4EA9D92C86}"/>
                </a:ext>
              </a:extLst>
            </p:cNvPr>
            <p:cNvSpPr/>
            <p:nvPr/>
          </p:nvSpPr>
          <p:spPr>
            <a:xfrm rot="5400000">
              <a:off x="11081233" y="5041760"/>
              <a:ext cx="492264" cy="533941"/>
            </a:xfrm>
            <a:custGeom>
              <a:avLst/>
              <a:gdLst/>
              <a:ahLst/>
              <a:cxnLst/>
              <a:rect l="l" t="t" r="r" b="b"/>
              <a:pathLst>
                <a:path w="492264" h="533941" extrusionOk="0">
                  <a:moveTo>
                    <a:pt x="263042" y="100"/>
                  </a:moveTo>
                  <a:cubicBezTo>
                    <a:pt x="400048" y="-3327"/>
                    <a:pt x="488730" y="81457"/>
                    <a:pt x="492091" y="204484"/>
                  </a:cubicBezTo>
                  <a:cubicBezTo>
                    <a:pt x="494914" y="308389"/>
                    <a:pt x="463594" y="398550"/>
                    <a:pt x="385094" y="469288"/>
                  </a:cubicBezTo>
                  <a:cubicBezTo>
                    <a:pt x="308072" y="538648"/>
                    <a:pt x="186961" y="554073"/>
                    <a:pt x="101672" y="506455"/>
                  </a:cubicBezTo>
                  <a:cubicBezTo>
                    <a:pt x="38798" y="471372"/>
                    <a:pt x="9562" y="414042"/>
                    <a:pt x="2303" y="345993"/>
                  </a:cubicBezTo>
                  <a:cubicBezTo>
                    <a:pt x="-10870" y="222798"/>
                    <a:pt x="32514" y="121850"/>
                    <a:pt x="131244" y="46273"/>
                  </a:cubicBezTo>
                  <a:cubicBezTo>
                    <a:pt x="174023" y="13509"/>
                    <a:pt x="223892" y="67"/>
                    <a:pt x="263109" y="100"/>
                  </a:cubicBezTo>
                  <a:close/>
                  <a:moveTo>
                    <a:pt x="171906" y="303516"/>
                  </a:moveTo>
                  <a:cubicBezTo>
                    <a:pt x="177585" y="326065"/>
                    <a:pt x="180979" y="349588"/>
                    <a:pt x="189582" y="370961"/>
                  </a:cubicBezTo>
                  <a:cubicBezTo>
                    <a:pt x="199730" y="396198"/>
                    <a:pt x="223489" y="403053"/>
                    <a:pt x="246273" y="388133"/>
                  </a:cubicBezTo>
                  <a:cubicBezTo>
                    <a:pt x="258875" y="379866"/>
                    <a:pt x="271073" y="368071"/>
                    <a:pt x="278365" y="355032"/>
                  </a:cubicBezTo>
                  <a:cubicBezTo>
                    <a:pt x="309954" y="298610"/>
                    <a:pt x="314591" y="238424"/>
                    <a:pt x="297486" y="176457"/>
                  </a:cubicBezTo>
                  <a:cubicBezTo>
                    <a:pt x="292378" y="157975"/>
                    <a:pt x="279777" y="146784"/>
                    <a:pt x="260555" y="144533"/>
                  </a:cubicBezTo>
                  <a:cubicBezTo>
                    <a:pt x="241467" y="142315"/>
                    <a:pt x="226950" y="150279"/>
                    <a:pt x="216634" y="166376"/>
                  </a:cubicBezTo>
                  <a:cubicBezTo>
                    <a:pt x="190086" y="207911"/>
                    <a:pt x="175535" y="253076"/>
                    <a:pt x="171939" y="3035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203;p22">
              <a:extLst>
                <a:ext uri="{FF2B5EF4-FFF2-40B4-BE49-F238E27FC236}">
                  <a16:creationId xmlns:a16="http://schemas.microsoft.com/office/drawing/2014/main" id="{6988BFF0-A2BA-6480-56E2-9AE92D1F2559}"/>
                </a:ext>
              </a:extLst>
            </p:cNvPr>
            <p:cNvSpPr/>
            <p:nvPr/>
          </p:nvSpPr>
          <p:spPr>
            <a:xfrm rot="5400000">
              <a:off x="11081802" y="2871110"/>
              <a:ext cx="485200" cy="530022"/>
            </a:xfrm>
            <a:custGeom>
              <a:avLst/>
              <a:gdLst/>
              <a:ahLst/>
              <a:cxnLst/>
              <a:rect l="l" t="t" r="r" b="b"/>
              <a:pathLst>
                <a:path w="485200" h="530022" extrusionOk="0">
                  <a:moveTo>
                    <a:pt x="485200" y="223253"/>
                  </a:moveTo>
                  <a:cubicBezTo>
                    <a:pt x="484125" y="348766"/>
                    <a:pt x="431970" y="445413"/>
                    <a:pt x="319496" y="503751"/>
                  </a:cubicBezTo>
                  <a:cubicBezTo>
                    <a:pt x="254739" y="537355"/>
                    <a:pt x="185111" y="537994"/>
                    <a:pt x="117666" y="509833"/>
                  </a:cubicBezTo>
                  <a:cubicBezTo>
                    <a:pt x="50255" y="481706"/>
                    <a:pt x="16281" y="426763"/>
                    <a:pt x="4620" y="356226"/>
                  </a:cubicBezTo>
                  <a:cubicBezTo>
                    <a:pt x="-17021" y="225370"/>
                    <a:pt x="38460" y="100495"/>
                    <a:pt x="148112" y="34328"/>
                  </a:cubicBezTo>
                  <a:cubicBezTo>
                    <a:pt x="238408" y="-20145"/>
                    <a:pt x="361064" y="-8720"/>
                    <a:pt x="429887" y="61010"/>
                  </a:cubicBezTo>
                  <a:cubicBezTo>
                    <a:pt x="470582" y="102209"/>
                    <a:pt x="484192" y="153691"/>
                    <a:pt x="485133" y="209777"/>
                  </a:cubicBezTo>
                  <a:cubicBezTo>
                    <a:pt x="485200" y="214247"/>
                    <a:pt x="485133" y="218750"/>
                    <a:pt x="485133" y="223219"/>
                  </a:cubicBezTo>
                  <a:close/>
                  <a:moveTo>
                    <a:pt x="306759" y="223824"/>
                  </a:moveTo>
                  <a:cubicBezTo>
                    <a:pt x="305281" y="213642"/>
                    <a:pt x="303668" y="195764"/>
                    <a:pt x="299837" y="178391"/>
                  </a:cubicBezTo>
                  <a:cubicBezTo>
                    <a:pt x="295267" y="157623"/>
                    <a:pt x="283001" y="143274"/>
                    <a:pt x="260587" y="140048"/>
                  </a:cubicBezTo>
                  <a:cubicBezTo>
                    <a:pt x="239550" y="137023"/>
                    <a:pt x="224764" y="147273"/>
                    <a:pt x="213977" y="163638"/>
                  </a:cubicBezTo>
                  <a:cubicBezTo>
                    <a:pt x="173920" y="224530"/>
                    <a:pt x="165956" y="290563"/>
                    <a:pt x="185884" y="359788"/>
                  </a:cubicBezTo>
                  <a:cubicBezTo>
                    <a:pt x="194520" y="389764"/>
                    <a:pt x="229233" y="400181"/>
                    <a:pt x="253698" y="380254"/>
                  </a:cubicBezTo>
                  <a:cubicBezTo>
                    <a:pt x="265426" y="370710"/>
                    <a:pt x="274768" y="357067"/>
                    <a:pt x="282161" y="343625"/>
                  </a:cubicBezTo>
                  <a:cubicBezTo>
                    <a:pt x="301315" y="308911"/>
                    <a:pt x="305247" y="270367"/>
                    <a:pt x="306759" y="22379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204;p22">
              <a:extLst>
                <a:ext uri="{FF2B5EF4-FFF2-40B4-BE49-F238E27FC236}">
                  <a16:creationId xmlns:a16="http://schemas.microsoft.com/office/drawing/2014/main" id="{671053D5-A10A-31E9-C913-9397613CB6BA}"/>
                </a:ext>
              </a:extLst>
            </p:cNvPr>
            <p:cNvSpPr/>
            <p:nvPr/>
          </p:nvSpPr>
          <p:spPr>
            <a:xfrm rot="5400000">
              <a:off x="11093113" y="4169783"/>
              <a:ext cx="489008" cy="532002"/>
            </a:xfrm>
            <a:custGeom>
              <a:avLst/>
              <a:gdLst/>
              <a:ahLst/>
              <a:cxnLst/>
              <a:rect l="l" t="t" r="r" b="b"/>
              <a:pathLst>
                <a:path w="489008" h="532002" extrusionOk="0">
                  <a:moveTo>
                    <a:pt x="288799" y="525382"/>
                  </a:moveTo>
                  <a:cubicBezTo>
                    <a:pt x="292765" y="500717"/>
                    <a:pt x="296327" y="478403"/>
                    <a:pt x="299687" y="457602"/>
                  </a:cubicBezTo>
                  <a:cubicBezTo>
                    <a:pt x="292294" y="464020"/>
                    <a:pt x="284162" y="470741"/>
                    <a:pt x="276433" y="477933"/>
                  </a:cubicBezTo>
                  <a:cubicBezTo>
                    <a:pt x="229857" y="521047"/>
                    <a:pt x="173603" y="536808"/>
                    <a:pt x="112173" y="530759"/>
                  </a:cubicBezTo>
                  <a:cubicBezTo>
                    <a:pt x="41267" y="523769"/>
                    <a:pt x="-3931" y="464726"/>
                    <a:pt x="270" y="389989"/>
                  </a:cubicBezTo>
                  <a:cubicBezTo>
                    <a:pt x="5579" y="295359"/>
                    <a:pt x="66437" y="229494"/>
                    <a:pt x="167050" y="216690"/>
                  </a:cubicBezTo>
                  <a:cubicBezTo>
                    <a:pt x="215003" y="210608"/>
                    <a:pt x="264167" y="212590"/>
                    <a:pt x="312726" y="213330"/>
                  </a:cubicBezTo>
                  <a:cubicBezTo>
                    <a:pt x="331175" y="213599"/>
                    <a:pt x="335644" y="206239"/>
                    <a:pt x="337022" y="190680"/>
                  </a:cubicBezTo>
                  <a:cubicBezTo>
                    <a:pt x="340181" y="155026"/>
                    <a:pt x="318170" y="129049"/>
                    <a:pt x="280062" y="125857"/>
                  </a:cubicBezTo>
                  <a:cubicBezTo>
                    <a:pt x="236174" y="122160"/>
                    <a:pt x="194370" y="131805"/>
                    <a:pt x="153843" y="147767"/>
                  </a:cubicBezTo>
                  <a:cubicBezTo>
                    <a:pt x="138351" y="153850"/>
                    <a:pt x="123229" y="160873"/>
                    <a:pt x="105620" y="168434"/>
                  </a:cubicBezTo>
                  <a:cubicBezTo>
                    <a:pt x="95371" y="136644"/>
                    <a:pt x="84618" y="106198"/>
                    <a:pt x="76351" y="75080"/>
                  </a:cubicBezTo>
                  <a:cubicBezTo>
                    <a:pt x="74771" y="69065"/>
                    <a:pt x="81055" y="56564"/>
                    <a:pt x="86970" y="53641"/>
                  </a:cubicBezTo>
                  <a:cubicBezTo>
                    <a:pt x="178005" y="8610"/>
                    <a:pt x="273207" y="-14409"/>
                    <a:pt x="374491" y="9753"/>
                  </a:cubicBezTo>
                  <a:cubicBezTo>
                    <a:pt x="454806" y="28908"/>
                    <a:pt x="494594" y="83414"/>
                    <a:pt x="488377" y="167695"/>
                  </a:cubicBezTo>
                  <a:cubicBezTo>
                    <a:pt x="483168" y="238533"/>
                    <a:pt x="472986" y="308969"/>
                    <a:pt x="465526" y="379639"/>
                  </a:cubicBezTo>
                  <a:cubicBezTo>
                    <a:pt x="461225" y="420200"/>
                    <a:pt x="457696" y="460861"/>
                    <a:pt x="454369" y="501523"/>
                  </a:cubicBezTo>
                  <a:cubicBezTo>
                    <a:pt x="452689" y="522257"/>
                    <a:pt x="450034" y="525382"/>
                    <a:pt x="429065" y="525382"/>
                  </a:cubicBezTo>
                  <a:cubicBezTo>
                    <a:pt x="383262" y="525416"/>
                    <a:pt x="337492" y="525382"/>
                    <a:pt x="288866" y="525382"/>
                  </a:cubicBezTo>
                  <a:close/>
                  <a:moveTo>
                    <a:pt x="322908" y="299593"/>
                  </a:moveTo>
                  <a:cubicBezTo>
                    <a:pt x="284263" y="291897"/>
                    <a:pt x="247701" y="288839"/>
                    <a:pt x="211038" y="297106"/>
                  </a:cubicBezTo>
                  <a:cubicBezTo>
                    <a:pt x="187582" y="302416"/>
                    <a:pt x="166814" y="313270"/>
                    <a:pt x="151121" y="331954"/>
                  </a:cubicBezTo>
                  <a:cubicBezTo>
                    <a:pt x="119633" y="369490"/>
                    <a:pt x="138385" y="422014"/>
                    <a:pt x="186204" y="431625"/>
                  </a:cubicBezTo>
                  <a:cubicBezTo>
                    <a:pt x="209963" y="436397"/>
                    <a:pt x="232041" y="432398"/>
                    <a:pt x="252237" y="419662"/>
                  </a:cubicBezTo>
                  <a:cubicBezTo>
                    <a:pt x="295621" y="392274"/>
                    <a:pt x="316086" y="351109"/>
                    <a:pt x="322908" y="2995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205;p22">
              <a:extLst>
                <a:ext uri="{FF2B5EF4-FFF2-40B4-BE49-F238E27FC236}">
                  <a16:creationId xmlns:a16="http://schemas.microsoft.com/office/drawing/2014/main" id="{63D20D9D-B1C8-8CAA-B28E-8679F96C2BA1}"/>
                </a:ext>
              </a:extLst>
            </p:cNvPr>
            <p:cNvSpPr/>
            <p:nvPr/>
          </p:nvSpPr>
          <p:spPr>
            <a:xfrm rot="5400000">
              <a:off x="11086918" y="2411877"/>
              <a:ext cx="478841" cy="495132"/>
            </a:xfrm>
            <a:custGeom>
              <a:avLst/>
              <a:gdLst/>
              <a:ahLst/>
              <a:cxnLst/>
              <a:rect l="l" t="t" r="r" b="b"/>
              <a:pathLst>
                <a:path w="478841" h="495132" extrusionOk="0">
                  <a:moveTo>
                    <a:pt x="232200" y="149406"/>
                  </a:moveTo>
                  <a:lnTo>
                    <a:pt x="54297" y="149406"/>
                  </a:lnTo>
                  <a:cubicBezTo>
                    <a:pt x="61891" y="98495"/>
                    <a:pt x="69184" y="49634"/>
                    <a:pt x="76577" y="0"/>
                  </a:cubicBezTo>
                  <a:lnTo>
                    <a:pt x="478522" y="0"/>
                  </a:lnTo>
                  <a:cubicBezTo>
                    <a:pt x="478522" y="23893"/>
                    <a:pt x="479395" y="46744"/>
                    <a:pt x="478253" y="69461"/>
                  </a:cubicBezTo>
                  <a:cubicBezTo>
                    <a:pt x="477211" y="90497"/>
                    <a:pt x="466122" y="106964"/>
                    <a:pt x="451873" y="122321"/>
                  </a:cubicBezTo>
                  <a:cubicBezTo>
                    <a:pt x="385941" y="193260"/>
                    <a:pt x="320613" y="264737"/>
                    <a:pt x="255084" y="336046"/>
                  </a:cubicBezTo>
                  <a:cubicBezTo>
                    <a:pt x="253606" y="337659"/>
                    <a:pt x="252430" y="339541"/>
                    <a:pt x="249304" y="343742"/>
                  </a:cubicBezTo>
                  <a:lnTo>
                    <a:pt x="438163" y="343742"/>
                  </a:lnTo>
                  <a:cubicBezTo>
                    <a:pt x="436382" y="354764"/>
                    <a:pt x="435138" y="363400"/>
                    <a:pt x="433626" y="371970"/>
                  </a:cubicBezTo>
                  <a:cubicBezTo>
                    <a:pt x="427476" y="406112"/>
                    <a:pt x="420453" y="440153"/>
                    <a:pt x="415412" y="474464"/>
                  </a:cubicBezTo>
                  <a:cubicBezTo>
                    <a:pt x="413093" y="490291"/>
                    <a:pt x="407280" y="495231"/>
                    <a:pt x="390847" y="495131"/>
                  </a:cubicBezTo>
                  <a:cubicBezTo>
                    <a:pt x="267653" y="494358"/>
                    <a:pt x="144492" y="494727"/>
                    <a:pt x="21297" y="494727"/>
                  </a:cubicBezTo>
                  <a:cubicBezTo>
                    <a:pt x="18508" y="494727"/>
                    <a:pt x="15685" y="494458"/>
                    <a:pt x="12896" y="494727"/>
                  </a:cubicBezTo>
                  <a:cubicBezTo>
                    <a:pt x="3318" y="495769"/>
                    <a:pt x="-109" y="491098"/>
                    <a:pt x="59" y="482058"/>
                  </a:cubicBezTo>
                  <a:cubicBezTo>
                    <a:pt x="462" y="459106"/>
                    <a:pt x="-983" y="435986"/>
                    <a:pt x="1504" y="413303"/>
                  </a:cubicBezTo>
                  <a:cubicBezTo>
                    <a:pt x="2613" y="403323"/>
                    <a:pt x="9905" y="392771"/>
                    <a:pt x="17063" y="384907"/>
                  </a:cubicBezTo>
                  <a:cubicBezTo>
                    <a:pt x="83298" y="311952"/>
                    <a:pt x="150137" y="239534"/>
                    <a:pt x="216775" y="166948"/>
                  </a:cubicBezTo>
                  <a:cubicBezTo>
                    <a:pt x="220909" y="162445"/>
                    <a:pt x="224840" y="157774"/>
                    <a:pt x="232166" y="14940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206;p22">
              <a:extLst>
                <a:ext uri="{FF2B5EF4-FFF2-40B4-BE49-F238E27FC236}">
                  <a16:creationId xmlns:a16="http://schemas.microsoft.com/office/drawing/2014/main" id="{DEE72391-6112-172D-39DE-4F6C51DD0572}"/>
                </a:ext>
              </a:extLst>
            </p:cNvPr>
            <p:cNvSpPr/>
            <p:nvPr/>
          </p:nvSpPr>
          <p:spPr>
            <a:xfrm rot="5400000">
              <a:off x="11219643" y="4563687"/>
              <a:ext cx="353756" cy="663525"/>
            </a:xfrm>
            <a:custGeom>
              <a:avLst/>
              <a:gdLst/>
              <a:ahLst/>
              <a:cxnLst/>
              <a:rect l="l" t="t" r="r" b="b"/>
              <a:pathLst>
                <a:path w="353756" h="663525" extrusionOk="0">
                  <a:moveTo>
                    <a:pt x="353756" y="158950"/>
                  </a:moveTo>
                  <a:cubicBezTo>
                    <a:pt x="347069" y="200216"/>
                    <a:pt x="341255" y="238257"/>
                    <a:pt x="334232" y="276096"/>
                  </a:cubicBezTo>
                  <a:cubicBezTo>
                    <a:pt x="333627" y="279456"/>
                    <a:pt x="325360" y="283455"/>
                    <a:pt x="320521" y="283589"/>
                  </a:cubicBezTo>
                  <a:cubicBezTo>
                    <a:pt x="295351" y="284262"/>
                    <a:pt x="270148" y="284530"/>
                    <a:pt x="244978" y="283455"/>
                  </a:cubicBezTo>
                  <a:cubicBezTo>
                    <a:pt x="231234" y="282884"/>
                    <a:pt x="224647" y="286748"/>
                    <a:pt x="222832" y="301198"/>
                  </a:cubicBezTo>
                  <a:cubicBezTo>
                    <a:pt x="215137" y="363367"/>
                    <a:pt x="206198" y="425401"/>
                    <a:pt x="198503" y="487603"/>
                  </a:cubicBezTo>
                  <a:cubicBezTo>
                    <a:pt x="194537" y="519662"/>
                    <a:pt x="208080" y="531558"/>
                    <a:pt x="239870" y="524367"/>
                  </a:cubicBezTo>
                  <a:cubicBezTo>
                    <a:pt x="262183" y="519326"/>
                    <a:pt x="284094" y="512571"/>
                    <a:pt x="308793" y="505850"/>
                  </a:cubicBezTo>
                  <a:cubicBezTo>
                    <a:pt x="308255" y="512302"/>
                    <a:pt x="307987" y="517444"/>
                    <a:pt x="307348" y="522552"/>
                  </a:cubicBezTo>
                  <a:cubicBezTo>
                    <a:pt x="304626" y="544193"/>
                    <a:pt x="301232" y="565734"/>
                    <a:pt x="299115" y="587442"/>
                  </a:cubicBezTo>
                  <a:cubicBezTo>
                    <a:pt x="296931" y="610025"/>
                    <a:pt x="286816" y="627734"/>
                    <a:pt x="266082" y="636337"/>
                  </a:cubicBezTo>
                  <a:cubicBezTo>
                    <a:pt x="210365" y="659424"/>
                    <a:pt x="152800" y="671622"/>
                    <a:pt x="92480" y="657508"/>
                  </a:cubicBezTo>
                  <a:cubicBezTo>
                    <a:pt x="45400" y="646486"/>
                    <a:pt x="19692" y="614662"/>
                    <a:pt x="23759" y="566372"/>
                  </a:cubicBezTo>
                  <a:cubicBezTo>
                    <a:pt x="31286" y="477219"/>
                    <a:pt x="41569" y="388301"/>
                    <a:pt x="50709" y="299316"/>
                  </a:cubicBezTo>
                  <a:cubicBezTo>
                    <a:pt x="51180" y="294914"/>
                    <a:pt x="51785" y="290512"/>
                    <a:pt x="52558" y="283925"/>
                  </a:cubicBezTo>
                  <a:lnTo>
                    <a:pt x="0" y="283925"/>
                  </a:lnTo>
                  <a:cubicBezTo>
                    <a:pt x="3562" y="254051"/>
                    <a:pt x="6855" y="226495"/>
                    <a:pt x="10149" y="198939"/>
                  </a:cubicBezTo>
                  <a:cubicBezTo>
                    <a:pt x="10216" y="198368"/>
                    <a:pt x="10350" y="197830"/>
                    <a:pt x="10418" y="197293"/>
                  </a:cubicBezTo>
                  <a:cubicBezTo>
                    <a:pt x="16298" y="156799"/>
                    <a:pt x="16231" y="156564"/>
                    <a:pt x="56826" y="149305"/>
                  </a:cubicBezTo>
                  <a:cubicBezTo>
                    <a:pt x="68856" y="147155"/>
                    <a:pt x="76081" y="140971"/>
                    <a:pt x="78635" y="129311"/>
                  </a:cubicBezTo>
                  <a:cubicBezTo>
                    <a:pt x="81290" y="117314"/>
                    <a:pt x="83104" y="105082"/>
                    <a:pt x="86095" y="93186"/>
                  </a:cubicBezTo>
                  <a:cubicBezTo>
                    <a:pt x="91136" y="73090"/>
                    <a:pt x="102326" y="56489"/>
                    <a:pt x="121850" y="49298"/>
                  </a:cubicBezTo>
                  <a:cubicBezTo>
                    <a:pt x="167889" y="32328"/>
                    <a:pt x="214532" y="17071"/>
                    <a:pt x="264200" y="0"/>
                  </a:cubicBezTo>
                  <a:cubicBezTo>
                    <a:pt x="257613" y="53566"/>
                    <a:pt x="251296" y="105250"/>
                    <a:pt x="244709" y="158950"/>
                  </a:cubicBezTo>
                  <a:lnTo>
                    <a:pt x="353622" y="1589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20091" y="-16364"/>
            <a:ext cx="317190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8199422" y="628962"/>
            <a:ext cx="356384" cy="178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15726" y="464457"/>
            <a:ext cx="1544422" cy="774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589488">
            <a:off x="533303" y="747190"/>
            <a:ext cx="202415" cy="158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605715">
            <a:off x="6278743" y="682563"/>
            <a:ext cx="124112" cy="970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0" name="Google Shape;200;p22"/>
          <p:cNvGrpSpPr/>
          <p:nvPr/>
        </p:nvGrpSpPr>
        <p:grpSpPr>
          <a:xfrm>
            <a:off x="10760641" y="2365829"/>
            <a:ext cx="685825" cy="3214201"/>
            <a:chOff x="11059391" y="2420023"/>
            <a:chExt cx="668892" cy="3134840"/>
          </a:xfrm>
        </p:grpSpPr>
        <p:sp>
          <p:nvSpPr>
            <p:cNvPr id="201" name="Google Shape;201;p22"/>
            <p:cNvSpPr/>
            <p:nvPr/>
          </p:nvSpPr>
          <p:spPr>
            <a:xfrm rot="5400000">
              <a:off x="10934570" y="3523986"/>
              <a:ext cx="793785" cy="518645"/>
            </a:xfrm>
            <a:custGeom>
              <a:avLst/>
              <a:gdLst/>
              <a:ahLst/>
              <a:cxnLst/>
              <a:rect l="l" t="t" r="r" b="b"/>
              <a:pathLst>
                <a:path w="793785" h="518645" extrusionOk="0">
                  <a:moveTo>
                    <a:pt x="280968" y="516784"/>
                  </a:moveTo>
                  <a:cubicBezTo>
                    <a:pt x="287790" y="470409"/>
                    <a:pt x="294343" y="426253"/>
                    <a:pt x="300795" y="382063"/>
                  </a:cubicBezTo>
                  <a:cubicBezTo>
                    <a:pt x="309600" y="321675"/>
                    <a:pt x="318370" y="261321"/>
                    <a:pt x="327108" y="200934"/>
                  </a:cubicBezTo>
                  <a:cubicBezTo>
                    <a:pt x="328922" y="188366"/>
                    <a:pt x="329897" y="175529"/>
                    <a:pt x="316488" y="168371"/>
                  </a:cubicBezTo>
                  <a:cubicBezTo>
                    <a:pt x="302879" y="161079"/>
                    <a:pt x="291655" y="167867"/>
                    <a:pt x="281506" y="176671"/>
                  </a:cubicBezTo>
                  <a:cubicBezTo>
                    <a:pt x="238492" y="213905"/>
                    <a:pt x="214834" y="261960"/>
                    <a:pt x="205929" y="317172"/>
                  </a:cubicBezTo>
                  <a:cubicBezTo>
                    <a:pt x="196386" y="376283"/>
                    <a:pt x="188522" y="435696"/>
                    <a:pt x="180625" y="495075"/>
                  </a:cubicBezTo>
                  <a:cubicBezTo>
                    <a:pt x="178474" y="511205"/>
                    <a:pt x="172392" y="518363"/>
                    <a:pt x="154884" y="517994"/>
                  </a:cubicBezTo>
                  <a:cubicBezTo>
                    <a:pt x="104040" y="516985"/>
                    <a:pt x="53163" y="517624"/>
                    <a:pt x="0" y="517624"/>
                  </a:cubicBezTo>
                  <a:cubicBezTo>
                    <a:pt x="706" y="510399"/>
                    <a:pt x="1109" y="504014"/>
                    <a:pt x="1983" y="497730"/>
                  </a:cubicBezTo>
                  <a:cubicBezTo>
                    <a:pt x="18785" y="377459"/>
                    <a:pt x="36259" y="257255"/>
                    <a:pt x="52020" y="136850"/>
                  </a:cubicBezTo>
                  <a:cubicBezTo>
                    <a:pt x="56153" y="105362"/>
                    <a:pt x="55347" y="73169"/>
                    <a:pt x="56053" y="41278"/>
                  </a:cubicBezTo>
                  <a:cubicBezTo>
                    <a:pt x="56288" y="29987"/>
                    <a:pt x="59312" y="23233"/>
                    <a:pt x="71679" y="22258"/>
                  </a:cubicBezTo>
                  <a:cubicBezTo>
                    <a:pt x="121346" y="18461"/>
                    <a:pt x="171014" y="14294"/>
                    <a:pt x="220682" y="10362"/>
                  </a:cubicBezTo>
                  <a:cubicBezTo>
                    <a:pt x="222765" y="10194"/>
                    <a:pt x="224916" y="10900"/>
                    <a:pt x="229318" y="11505"/>
                  </a:cubicBezTo>
                  <a:lnTo>
                    <a:pt x="229318" y="147973"/>
                  </a:lnTo>
                  <a:cubicBezTo>
                    <a:pt x="237148" y="136716"/>
                    <a:pt x="245986" y="124047"/>
                    <a:pt x="254790" y="111378"/>
                  </a:cubicBezTo>
                  <a:cubicBezTo>
                    <a:pt x="280061" y="74950"/>
                    <a:pt x="311649" y="45244"/>
                    <a:pt x="349656" y="22493"/>
                  </a:cubicBezTo>
                  <a:cubicBezTo>
                    <a:pt x="358259" y="17352"/>
                    <a:pt x="367400" y="12849"/>
                    <a:pt x="376742" y="9220"/>
                  </a:cubicBezTo>
                  <a:cubicBezTo>
                    <a:pt x="448051" y="-18471"/>
                    <a:pt x="506052" y="18024"/>
                    <a:pt x="511832" y="94407"/>
                  </a:cubicBezTo>
                  <a:cubicBezTo>
                    <a:pt x="512941" y="109261"/>
                    <a:pt x="512000" y="124282"/>
                    <a:pt x="515562" y="140681"/>
                  </a:cubicBezTo>
                  <a:cubicBezTo>
                    <a:pt x="526719" y="126533"/>
                    <a:pt x="536901" y="111445"/>
                    <a:pt x="549201" y="98373"/>
                  </a:cubicBezTo>
                  <a:cubicBezTo>
                    <a:pt x="572489" y="73606"/>
                    <a:pt x="595071" y="47596"/>
                    <a:pt x="621484" y="26560"/>
                  </a:cubicBezTo>
                  <a:cubicBezTo>
                    <a:pt x="650586" y="3372"/>
                    <a:pt x="686644" y="-2441"/>
                    <a:pt x="723542" y="3137"/>
                  </a:cubicBezTo>
                  <a:cubicBezTo>
                    <a:pt x="769647" y="10093"/>
                    <a:pt x="796464" y="39833"/>
                    <a:pt x="793574" y="86342"/>
                  </a:cubicBezTo>
                  <a:cubicBezTo>
                    <a:pt x="790112" y="142126"/>
                    <a:pt x="784097" y="197876"/>
                    <a:pt x="776099" y="253223"/>
                  </a:cubicBezTo>
                  <a:cubicBezTo>
                    <a:pt x="764573" y="332967"/>
                    <a:pt x="750291" y="412307"/>
                    <a:pt x="737118" y="491849"/>
                  </a:cubicBezTo>
                  <a:cubicBezTo>
                    <a:pt x="733455" y="514028"/>
                    <a:pt x="730195" y="517456"/>
                    <a:pt x="708050" y="517758"/>
                  </a:cubicBezTo>
                  <a:cubicBezTo>
                    <a:pt x="666615" y="518363"/>
                    <a:pt x="625181" y="517758"/>
                    <a:pt x="583780" y="518632"/>
                  </a:cubicBezTo>
                  <a:cubicBezTo>
                    <a:pt x="568691" y="518968"/>
                    <a:pt x="566104" y="513121"/>
                    <a:pt x="567986" y="499545"/>
                  </a:cubicBezTo>
                  <a:cubicBezTo>
                    <a:pt x="581293" y="403066"/>
                    <a:pt x="594063" y="306486"/>
                    <a:pt x="606933" y="209940"/>
                  </a:cubicBezTo>
                  <a:cubicBezTo>
                    <a:pt x="607908" y="202715"/>
                    <a:pt x="608714" y="195490"/>
                    <a:pt x="609017" y="188231"/>
                  </a:cubicBezTo>
                  <a:cubicBezTo>
                    <a:pt x="609991" y="165616"/>
                    <a:pt x="601254" y="159768"/>
                    <a:pt x="580352" y="169514"/>
                  </a:cubicBezTo>
                  <a:cubicBezTo>
                    <a:pt x="551015" y="183191"/>
                    <a:pt x="532835" y="207924"/>
                    <a:pt x="517444" y="235009"/>
                  </a:cubicBezTo>
                  <a:cubicBezTo>
                    <a:pt x="490762" y="282022"/>
                    <a:pt x="484747" y="334378"/>
                    <a:pt x="478328" y="386734"/>
                  </a:cubicBezTo>
                  <a:cubicBezTo>
                    <a:pt x="473489" y="426186"/>
                    <a:pt x="467407" y="465470"/>
                    <a:pt x="462265" y="504854"/>
                  </a:cubicBezTo>
                  <a:cubicBezTo>
                    <a:pt x="461257" y="512617"/>
                    <a:pt x="459308" y="516985"/>
                    <a:pt x="450235" y="516918"/>
                  </a:cubicBezTo>
                  <a:cubicBezTo>
                    <a:pt x="394855" y="516616"/>
                    <a:pt x="339474" y="516784"/>
                    <a:pt x="281036" y="51678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22"/>
            <p:cNvSpPr/>
            <p:nvPr/>
          </p:nvSpPr>
          <p:spPr>
            <a:xfrm rot="5400000">
              <a:off x="11081233" y="5041760"/>
              <a:ext cx="492264" cy="533941"/>
            </a:xfrm>
            <a:custGeom>
              <a:avLst/>
              <a:gdLst/>
              <a:ahLst/>
              <a:cxnLst/>
              <a:rect l="l" t="t" r="r" b="b"/>
              <a:pathLst>
                <a:path w="492264" h="533941" extrusionOk="0">
                  <a:moveTo>
                    <a:pt x="263042" y="100"/>
                  </a:moveTo>
                  <a:cubicBezTo>
                    <a:pt x="400048" y="-3327"/>
                    <a:pt x="488730" y="81457"/>
                    <a:pt x="492091" y="204484"/>
                  </a:cubicBezTo>
                  <a:cubicBezTo>
                    <a:pt x="494914" y="308389"/>
                    <a:pt x="463594" y="398550"/>
                    <a:pt x="385094" y="469288"/>
                  </a:cubicBezTo>
                  <a:cubicBezTo>
                    <a:pt x="308072" y="538648"/>
                    <a:pt x="186961" y="554073"/>
                    <a:pt x="101672" y="506455"/>
                  </a:cubicBezTo>
                  <a:cubicBezTo>
                    <a:pt x="38798" y="471372"/>
                    <a:pt x="9562" y="414042"/>
                    <a:pt x="2303" y="345993"/>
                  </a:cubicBezTo>
                  <a:cubicBezTo>
                    <a:pt x="-10870" y="222798"/>
                    <a:pt x="32514" y="121850"/>
                    <a:pt x="131244" y="46273"/>
                  </a:cubicBezTo>
                  <a:cubicBezTo>
                    <a:pt x="174023" y="13509"/>
                    <a:pt x="223892" y="67"/>
                    <a:pt x="263109" y="100"/>
                  </a:cubicBezTo>
                  <a:close/>
                  <a:moveTo>
                    <a:pt x="171906" y="303516"/>
                  </a:moveTo>
                  <a:cubicBezTo>
                    <a:pt x="177585" y="326065"/>
                    <a:pt x="180979" y="349588"/>
                    <a:pt x="189582" y="370961"/>
                  </a:cubicBezTo>
                  <a:cubicBezTo>
                    <a:pt x="199730" y="396198"/>
                    <a:pt x="223489" y="403053"/>
                    <a:pt x="246273" y="388133"/>
                  </a:cubicBezTo>
                  <a:cubicBezTo>
                    <a:pt x="258875" y="379866"/>
                    <a:pt x="271073" y="368071"/>
                    <a:pt x="278365" y="355032"/>
                  </a:cubicBezTo>
                  <a:cubicBezTo>
                    <a:pt x="309954" y="298610"/>
                    <a:pt x="314591" y="238424"/>
                    <a:pt x="297486" y="176457"/>
                  </a:cubicBezTo>
                  <a:cubicBezTo>
                    <a:pt x="292378" y="157975"/>
                    <a:pt x="279777" y="146784"/>
                    <a:pt x="260555" y="144533"/>
                  </a:cubicBezTo>
                  <a:cubicBezTo>
                    <a:pt x="241467" y="142315"/>
                    <a:pt x="226950" y="150279"/>
                    <a:pt x="216634" y="166376"/>
                  </a:cubicBezTo>
                  <a:cubicBezTo>
                    <a:pt x="190086" y="207911"/>
                    <a:pt x="175535" y="253076"/>
                    <a:pt x="171939" y="3035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22"/>
            <p:cNvSpPr/>
            <p:nvPr/>
          </p:nvSpPr>
          <p:spPr>
            <a:xfrm rot="5400000">
              <a:off x="11081802" y="2871110"/>
              <a:ext cx="485200" cy="530022"/>
            </a:xfrm>
            <a:custGeom>
              <a:avLst/>
              <a:gdLst/>
              <a:ahLst/>
              <a:cxnLst/>
              <a:rect l="l" t="t" r="r" b="b"/>
              <a:pathLst>
                <a:path w="485200" h="530022" extrusionOk="0">
                  <a:moveTo>
                    <a:pt x="485200" y="223253"/>
                  </a:moveTo>
                  <a:cubicBezTo>
                    <a:pt x="484125" y="348766"/>
                    <a:pt x="431970" y="445413"/>
                    <a:pt x="319496" y="503751"/>
                  </a:cubicBezTo>
                  <a:cubicBezTo>
                    <a:pt x="254739" y="537355"/>
                    <a:pt x="185111" y="537994"/>
                    <a:pt x="117666" y="509833"/>
                  </a:cubicBezTo>
                  <a:cubicBezTo>
                    <a:pt x="50255" y="481706"/>
                    <a:pt x="16281" y="426763"/>
                    <a:pt x="4620" y="356226"/>
                  </a:cubicBezTo>
                  <a:cubicBezTo>
                    <a:pt x="-17021" y="225370"/>
                    <a:pt x="38460" y="100495"/>
                    <a:pt x="148112" y="34328"/>
                  </a:cubicBezTo>
                  <a:cubicBezTo>
                    <a:pt x="238408" y="-20145"/>
                    <a:pt x="361064" y="-8720"/>
                    <a:pt x="429887" y="61010"/>
                  </a:cubicBezTo>
                  <a:cubicBezTo>
                    <a:pt x="470582" y="102209"/>
                    <a:pt x="484192" y="153691"/>
                    <a:pt x="485133" y="209777"/>
                  </a:cubicBezTo>
                  <a:cubicBezTo>
                    <a:pt x="485200" y="214247"/>
                    <a:pt x="485133" y="218750"/>
                    <a:pt x="485133" y="223219"/>
                  </a:cubicBezTo>
                  <a:close/>
                  <a:moveTo>
                    <a:pt x="306759" y="223824"/>
                  </a:moveTo>
                  <a:cubicBezTo>
                    <a:pt x="305281" y="213642"/>
                    <a:pt x="303668" y="195764"/>
                    <a:pt x="299837" y="178391"/>
                  </a:cubicBezTo>
                  <a:cubicBezTo>
                    <a:pt x="295267" y="157623"/>
                    <a:pt x="283001" y="143274"/>
                    <a:pt x="260587" y="140048"/>
                  </a:cubicBezTo>
                  <a:cubicBezTo>
                    <a:pt x="239550" y="137023"/>
                    <a:pt x="224764" y="147273"/>
                    <a:pt x="213977" y="163638"/>
                  </a:cubicBezTo>
                  <a:cubicBezTo>
                    <a:pt x="173920" y="224530"/>
                    <a:pt x="165956" y="290563"/>
                    <a:pt x="185884" y="359788"/>
                  </a:cubicBezTo>
                  <a:cubicBezTo>
                    <a:pt x="194520" y="389764"/>
                    <a:pt x="229233" y="400181"/>
                    <a:pt x="253698" y="380254"/>
                  </a:cubicBezTo>
                  <a:cubicBezTo>
                    <a:pt x="265426" y="370710"/>
                    <a:pt x="274768" y="357067"/>
                    <a:pt x="282161" y="343625"/>
                  </a:cubicBezTo>
                  <a:cubicBezTo>
                    <a:pt x="301315" y="308911"/>
                    <a:pt x="305247" y="270367"/>
                    <a:pt x="306759" y="22379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22"/>
            <p:cNvSpPr/>
            <p:nvPr/>
          </p:nvSpPr>
          <p:spPr>
            <a:xfrm rot="5400000">
              <a:off x="11093113" y="4169783"/>
              <a:ext cx="489008" cy="532002"/>
            </a:xfrm>
            <a:custGeom>
              <a:avLst/>
              <a:gdLst/>
              <a:ahLst/>
              <a:cxnLst/>
              <a:rect l="l" t="t" r="r" b="b"/>
              <a:pathLst>
                <a:path w="489008" h="532002" extrusionOk="0">
                  <a:moveTo>
                    <a:pt x="288799" y="525382"/>
                  </a:moveTo>
                  <a:cubicBezTo>
                    <a:pt x="292765" y="500717"/>
                    <a:pt x="296327" y="478403"/>
                    <a:pt x="299687" y="457602"/>
                  </a:cubicBezTo>
                  <a:cubicBezTo>
                    <a:pt x="292294" y="464020"/>
                    <a:pt x="284162" y="470741"/>
                    <a:pt x="276433" y="477933"/>
                  </a:cubicBezTo>
                  <a:cubicBezTo>
                    <a:pt x="229857" y="521047"/>
                    <a:pt x="173603" y="536808"/>
                    <a:pt x="112173" y="530759"/>
                  </a:cubicBezTo>
                  <a:cubicBezTo>
                    <a:pt x="41267" y="523769"/>
                    <a:pt x="-3931" y="464726"/>
                    <a:pt x="270" y="389989"/>
                  </a:cubicBezTo>
                  <a:cubicBezTo>
                    <a:pt x="5579" y="295359"/>
                    <a:pt x="66437" y="229494"/>
                    <a:pt x="167050" y="216690"/>
                  </a:cubicBezTo>
                  <a:cubicBezTo>
                    <a:pt x="215003" y="210608"/>
                    <a:pt x="264167" y="212590"/>
                    <a:pt x="312726" y="213330"/>
                  </a:cubicBezTo>
                  <a:cubicBezTo>
                    <a:pt x="331175" y="213599"/>
                    <a:pt x="335644" y="206239"/>
                    <a:pt x="337022" y="190680"/>
                  </a:cubicBezTo>
                  <a:cubicBezTo>
                    <a:pt x="340181" y="155026"/>
                    <a:pt x="318170" y="129049"/>
                    <a:pt x="280062" y="125857"/>
                  </a:cubicBezTo>
                  <a:cubicBezTo>
                    <a:pt x="236174" y="122160"/>
                    <a:pt x="194370" y="131805"/>
                    <a:pt x="153843" y="147767"/>
                  </a:cubicBezTo>
                  <a:cubicBezTo>
                    <a:pt x="138351" y="153850"/>
                    <a:pt x="123229" y="160873"/>
                    <a:pt x="105620" y="168434"/>
                  </a:cubicBezTo>
                  <a:cubicBezTo>
                    <a:pt x="95371" y="136644"/>
                    <a:pt x="84618" y="106198"/>
                    <a:pt x="76351" y="75080"/>
                  </a:cubicBezTo>
                  <a:cubicBezTo>
                    <a:pt x="74771" y="69065"/>
                    <a:pt x="81055" y="56564"/>
                    <a:pt x="86970" y="53641"/>
                  </a:cubicBezTo>
                  <a:cubicBezTo>
                    <a:pt x="178005" y="8610"/>
                    <a:pt x="273207" y="-14409"/>
                    <a:pt x="374491" y="9753"/>
                  </a:cubicBezTo>
                  <a:cubicBezTo>
                    <a:pt x="454806" y="28908"/>
                    <a:pt x="494594" y="83414"/>
                    <a:pt x="488377" y="167695"/>
                  </a:cubicBezTo>
                  <a:cubicBezTo>
                    <a:pt x="483168" y="238533"/>
                    <a:pt x="472986" y="308969"/>
                    <a:pt x="465526" y="379639"/>
                  </a:cubicBezTo>
                  <a:cubicBezTo>
                    <a:pt x="461225" y="420200"/>
                    <a:pt x="457696" y="460861"/>
                    <a:pt x="454369" y="501523"/>
                  </a:cubicBezTo>
                  <a:cubicBezTo>
                    <a:pt x="452689" y="522257"/>
                    <a:pt x="450034" y="525382"/>
                    <a:pt x="429065" y="525382"/>
                  </a:cubicBezTo>
                  <a:cubicBezTo>
                    <a:pt x="383262" y="525416"/>
                    <a:pt x="337492" y="525382"/>
                    <a:pt x="288866" y="525382"/>
                  </a:cubicBezTo>
                  <a:close/>
                  <a:moveTo>
                    <a:pt x="322908" y="299593"/>
                  </a:moveTo>
                  <a:cubicBezTo>
                    <a:pt x="284263" y="291897"/>
                    <a:pt x="247701" y="288839"/>
                    <a:pt x="211038" y="297106"/>
                  </a:cubicBezTo>
                  <a:cubicBezTo>
                    <a:pt x="187582" y="302416"/>
                    <a:pt x="166814" y="313270"/>
                    <a:pt x="151121" y="331954"/>
                  </a:cubicBezTo>
                  <a:cubicBezTo>
                    <a:pt x="119633" y="369490"/>
                    <a:pt x="138385" y="422014"/>
                    <a:pt x="186204" y="431625"/>
                  </a:cubicBezTo>
                  <a:cubicBezTo>
                    <a:pt x="209963" y="436397"/>
                    <a:pt x="232041" y="432398"/>
                    <a:pt x="252237" y="419662"/>
                  </a:cubicBezTo>
                  <a:cubicBezTo>
                    <a:pt x="295621" y="392274"/>
                    <a:pt x="316086" y="351109"/>
                    <a:pt x="322908" y="2995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22"/>
            <p:cNvSpPr/>
            <p:nvPr/>
          </p:nvSpPr>
          <p:spPr>
            <a:xfrm rot="5400000">
              <a:off x="11086918" y="2411877"/>
              <a:ext cx="478841" cy="495132"/>
            </a:xfrm>
            <a:custGeom>
              <a:avLst/>
              <a:gdLst/>
              <a:ahLst/>
              <a:cxnLst/>
              <a:rect l="l" t="t" r="r" b="b"/>
              <a:pathLst>
                <a:path w="478841" h="495132" extrusionOk="0">
                  <a:moveTo>
                    <a:pt x="232200" y="149406"/>
                  </a:moveTo>
                  <a:lnTo>
                    <a:pt x="54297" y="149406"/>
                  </a:lnTo>
                  <a:cubicBezTo>
                    <a:pt x="61891" y="98495"/>
                    <a:pt x="69184" y="49634"/>
                    <a:pt x="76577" y="0"/>
                  </a:cubicBezTo>
                  <a:lnTo>
                    <a:pt x="478522" y="0"/>
                  </a:lnTo>
                  <a:cubicBezTo>
                    <a:pt x="478522" y="23893"/>
                    <a:pt x="479395" y="46744"/>
                    <a:pt x="478253" y="69461"/>
                  </a:cubicBezTo>
                  <a:cubicBezTo>
                    <a:pt x="477211" y="90497"/>
                    <a:pt x="466122" y="106964"/>
                    <a:pt x="451873" y="122321"/>
                  </a:cubicBezTo>
                  <a:cubicBezTo>
                    <a:pt x="385941" y="193260"/>
                    <a:pt x="320613" y="264737"/>
                    <a:pt x="255084" y="336046"/>
                  </a:cubicBezTo>
                  <a:cubicBezTo>
                    <a:pt x="253606" y="337659"/>
                    <a:pt x="252430" y="339541"/>
                    <a:pt x="249304" y="343742"/>
                  </a:cubicBezTo>
                  <a:lnTo>
                    <a:pt x="438163" y="343742"/>
                  </a:lnTo>
                  <a:cubicBezTo>
                    <a:pt x="436382" y="354764"/>
                    <a:pt x="435138" y="363400"/>
                    <a:pt x="433626" y="371970"/>
                  </a:cubicBezTo>
                  <a:cubicBezTo>
                    <a:pt x="427476" y="406112"/>
                    <a:pt x="420453" y="440153"/>
                    <a:pt x="415412" y="474464"/>
                  </a:cubicBezTo>
                  <a:cubicBezTo>
                    <a:pt x="413093" y="490291"/>
                    <a:pt x="407280" y="495231"/>
                    <a:pt x="390847" y="495131"/>
                  </a:cubicBezTo>
                  <a:cubicBezTo>
                    <a:pt x="267653" y="494358"/>
                    <a:pt x="144492" y="494727"/>
                    <a:pt x="21297" y="494727"/>
                  </a:cubicBezTo>
                  <a:cubicBezTo>
                    <a:pt x="18508" y="494727"/>
                    <a:pt x="15685" y="494458"/>
                    <a:pt x="12896" y="494727"/>
                  </a:cubicBezTo>
                  <a:cubicBezTo>
                    <a:pt x="3318" y="495769"/>
                    <a:pt x="-109" y="491098"/>
                    <a:pt x="59" y="482058"/>
                  </a:cubicBezTo>
                  <a:cubicBezTo>
                    <a:pt x="462" y="459106"/>
                    <a:pt x="-983" y="435986"/>
                    <a:pt x="1504" y="413303"/>
                  </a:cubicBezTo>
                  <a:cubicBezTo>
                    <a:pt x="2613" y="403323"/>
                    <a:pt x="9905" y="392771"/>
                    <a:pt x="17063" y="384907"/>
                  </a:cubicBezTo>
                  <a:cubicBezTo>
                    <a:pt x="83298" y="311952"/>
                    <a:pt x="150137" y="239534"/>
                    <a:pt x="216775" y="166948"/>
                  </a:cubicBezTo>
                  <a:cubicBezTo>
                    <a:pt x="220909" y="162445"/>
                    <a:pt x="224840" y="157774"/>
                    <a:pt x="232166" y="14940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22"/>
            <p:cNvSpPr/>
            <p:nvPr/>
          </p:nvSpPr>
          <p:spPr>
            <a:xfrm rot="5400000">
              <a:off x="11219643" y="4563687"/>
              <a:ext cx="353756" cy="663525"/>
            </a:xfrm>
            <a:custGeom>
              <a:avLst/>
              <a:gdLst/>
              <a:ahLst/>
              <a:cxnLst/>
              <a:rect l="l" t="t" r="r" b="b"/>
              <a:pathLst>
                <a:path w="353756" h="663525" extrusionOk="0">
                  <a:moveTo>
                    <a:pt x="353756" y="158950"/>
                  </a:moveTo>
                  <a:cubicBezTo>
                    <a:pt x="347069" y="200216"/>
                    <a:pt x="341255" y="238257"/>
                    <a:pt x="334232" y="276096"/>
                  </a:cubicBezTo>
                  <a:cubicBezTo>
                    <a:pt x="333627" y="279456"/>
                    <a:pt x="325360" y="283455"/>
                    <a:pt x="320521" y="283589"/>
                  </a:cubicBezTo>
                  <a:cubicBezTo>
                    <a:pt x="295351" y="284262"/>
                    <a:pt x="270148" y="284530"/>
                    <a:pt x="244978" y="283455"/>
                  </a:cubicBezTo>
                  <a:cubicBezTo>
                    <a:pt x="231234" y="282884"/>
                    <a:pt x="224647" y="286748"/>
                    <a:pt x="222832" y="301198"/>
                  </a:cubicBezTo>
                  <a:cubicBezTo>
                    <a:pt x="215137" y="363367"/>
                    <a:pt x="206198" y="425401"/>
                    <a:pt x="198503" y="487603"/>
                  </a:cubicBezTo>
                  <a:cubicBezTo>
                    <a:pt x="194537" y="519662"/>
                    <a:pt x="208080" y="531558"/>
                    <a:pt x="239870" y="524367"/>
                  </a:cubicBezTo>
                  <a:cubicBezTo>
                    <a:pt x="262183" y="519326"/>
                    <a:pt x="284094" y="512571"/>
                    <a:pt x="308793" y="505850"/>
                  </a:cubicBezTo>
                  <a:cubicBezTo>
                    <a:pt x="308255" y="512302"/>
                    <a:pt x="307987" y="517444"/>
                    <a:pt x="307348" y="522552"/>
                  </a:cubicBezTo>
                  <a:cubicBezTo>
                    <a:pt x="304626" y="544193"/>
                    <a:pt x="301232" y="565734"/>
                    <a:pt x="299115" y="587442"/>
                  </a:cubicBezTo>
                  <a:cubicBezTo>
                    <a:pt x="296931" y="610025"/>
                    <a:pt x="286816" y="627734"/>
                    <a:pt x="266082" y="636337"/>
                  </a:cubicBezTo>
                  <a:cubicBezTo>
                    <a:pt x="210365" y="659424"/>
                    <a:pt x="152800" y="671622"/>
                    <a:pt x="92480" y="657508"/>
                  </a:cubicBezTo>
                  <a:cubicBezTo>
                    <a:pt x="45400" y="646486"/>
                    <a:pt x="19692" y="614662"/>
                    <a:pt x="23759" y="566372"/>
                  </a:cubicBezTo>
                  <a:cubicBezTo>
                    <a:pt x="31286" y="477219"/>
                    <a:pt x="41569" y="388301"/>
                    <a:pt x="50709" y="299316"/>
                  </a:cubicBezTo>
                  <a:cubicBezTo>
                    <a:pt x="51180" y="294914"/>
                    <a:pt x="51785" y="290512"/>
                    <a:pt x="52558" y="283925"/>
                  </a:cubicBezTo>
                  <a:lnTo>
                    <a:pt x="0" y="283925"/>
                  </a:lnTo>
                  <a:cubicBezTo>
                    <a:pt x="3562" y="254051"/>
                    <a:pt x="6855" y="226495"/>
                    <a:pt x="10149" y="198939"/>
                  </a:cubicBezTo>
                  <a:cubicBezTo>
                    <a:pt x="10216" y="198368"/>
                    <a:pt x="10350" y="197830"/>
                    <a:pt x="10418" y="197293"/>
                  </a:cubicBezTo>
                  <a:cubicBezTo>
                    <a:pt x="16298" y="156799"/>
                    <a:pt x="16231" y="156564"/>
                    <a:pt x="56826" y="149305"/>
                  </a:cubicBezTo>
                  <a:cubicBezTo>
                    <a:pt x="68856" y="147155"/>
                    <a:pt x="76081" y="140971"/>
                    <a:pt x="78635" y="129311"/>
                  </a:cubicBezTo>
                  <a:cubicBezTo>
                    <a:pt x="81290" y="117314"/>
                    <a:pt x="83104" y="105082"/>
                    <a:pt x="86095" y="93186"/>
                  </a:cubicBezTo>
                  <a:cubicBezTo>
                    <a:pt x="91136" y="73090"/>
                    <a:pt x="102326" y="56489"/>
                    <a:pt x="121850" y="49298"/>
                  </a:cubicBezTo>
                  <a:cubicBezTo>
                    <a:pt x="167889" y="32328"/>
                    <a:pt x="214532" y="17071"/>
                    <a:pt x="264200" y="0"/>
                  </a:cubicBezTo>
                  <a:cubicBezTo>
                    <a:pt x="257613" y="53566"/>
                    <a:pt x="251296" y="105250"/>
                    <a:pt x="244709" y="158950"/>
                  </a:cubicBezTo>
                  <a:lnTo>
                    <a:pt x="353622" y="1589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7" name="Google Shape;207;p22"/>
          <p:cNvSpPr/>
          <p:nvPr/>
        </p:nvSpPr>
        <p:spPr>
          <a:xfrm>
            <a:off x="710121" y="1678265"/>
            <a:ext cx="181456" cy="181456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 txBox="1"/>
          <p:nvPr/>
        </p:nvSpPr>
        <p:spPr>
          <a:xfrm>
            <a:off x="940210" y="1615105"/>
            <a:ext cx="329152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Countries with fewer restaurants indicate lower competition</a:t>
            </a:r>
            <a:endParaRPr sz="1400" dirty="0">
              <a:solidFill>
                <a:srgbClr val="0C0C0C"/>
              </a:solidFill>
              <a:latin typeface="Poppins" panose="00000500000000000000" pitchFamily="2" charset="0"/>
              <a:ea typeface="Calibri" panose="020F0502020204030204" pitchFamily="34" charset="0"/>
              <a:cs typeface="Poppins" panose="00000500000000000000" pitchFamily="2" charset="0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710121" y="2264184"/>
            <a:ext cx="181456" cy="181456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 txBox="1"/>
          <p:nvPr/>
        </p:nvSpPr>
        <p:spPr>
          <a:xfrm>
            <a:off x="940210" y="2201024"/>
            <a:ext cx="329152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High-density countries show saturation risk</a:t>
            </a:r>
            <a:endParaRPr sz="1400" dirty="0">
              <a:solidFill>
                <a:srgbClr val="0C0C0C"/>
              </a:solidFill>
              <a:latin typeface="Poppins" panose="00000500000000000000" pitchFamily="2" charset="0"/>
              <a:ea typeface="Calibri" panose="020F0502020204030204" pitchFamily="34" charset="0"/>
              <a:cs typeface="Poppins" panose="00000500000000000000" pitchFamily="2" charset="0"/>
              <a:sym typeface="Calibri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710121" y="2850103"/>
            <a:ext cx="181456" cy="181456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940210" y="2786943"/>
            <a:ext cx="329152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Used as a primary filter for target markets</a:t>
            </a:r>
            <a:endParaRPr sz="1400" dirty="0">
              <a:solidFill>
                <a:srgbClr val="0C0C0C"/>
              </a:solidFill>
              <a:latin typeface="Poppins" panose="00000500000000000000" pitchFamily="2" charset="0"/>
              <a:ea typeface="Calibri" panose="020F0502020204030204" pitchFamily="34" charset="0"/>
              <a:cs typeface="Poppins" panose="00000500000000000000" pitchFamily="2" charset="0"/>
              <a:sym typeface="Calibri"/>
            </a:endParaRPr>
          </a:p>
        </p:txBody>
      </p:sp>
      <p:sp>
        <p:nvSpPr>
          <p:cNvPr id="231" name="Google Shape;231;p22"/>
          <p:cNvSpPr txBox="1">
            <a:spLocks noGrp="1"/>
          </p:cNvSpPr>
          <p:nvPr>
            <p:ph type="title"/>
          </p:nvPr>
        </p:nvSpPr>
        <p:spPr>
          <a:xfrm>
            <a:off x="698499" y="592137"/>
            <a:ext cx="5798821" cy="784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dirty="0"/>
              <a:t>Market Saturation Analysis</a:t>
            </a:r>
            <a:br>
              <a:rPr lang="en-IN" dirty="0"/>
            </a:br>
            <a:r>
              <a:rPr lang="en-IN" sz="1800" dirty="0"/>
              <a:t>Restaurant Distribution by Country</a:t>
            </a:r>
            <a:endParaRPr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12CB795-E97F-3054-3C66-5513792C12A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7604377"/>
              </p:ext>
            </p:extLst>
          </p:nvPr>
        </p:nvGraphicFramePr>
        <p:xfrm>
          <a:off x="739274" y="3310123"/>
          <a:ext cx="7386640" cy="27732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C3AB8A00-19DE-2537-D489-C6888CACB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2">
            <a:extLst>
              <a:ext uri="{FF2B5EF4-FFF2-40B4-BE49-F238E27FC236}">
                <a16:creationId xmlns:a16="http://schemas.microsoft.com/office/drawing/2014/main" id="{CAC5126A-43AF-957F-ABC7-E235D6D1848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20091" y="-16364"/>
            <a:ext cx="317190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2">
            <a:extLst>
              <a:ext uri="{FF2B5EF4-FFF2-40B4-BE49-F238E27FC236}">
                <a16:creationId xmlns:a16="http://schemas.microsoft.com/office/drawing/2014/main" id="{7AE9D3BD-2AD0-F69B-CCCE-118BB3F1432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8199422" y="628962"/>
            <a:ext cx="356384" cy="178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2">
            <a:extLst>
              <a:ext uri="{FF2B5EF4-FFF2-40B4-BE49-F238E27FC236}">
                <a16:creationId xmlns:a16="http://schemas.microsoft.com/office/drawing/2014/main" id="{E8C6FE7C-1ACB-49DD-2DB6-721C6E2F2B2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15726" y="464457"/>
            <a:ext cx="1544422" cy="774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>
            <a:extLst>
              <a:ext uri="{FF2B5EF4-FFF2-40B4-BE49-F238E27FC236}">
                <a16:creationId xmlns:a16="http://schemas.microsoft.com/office/drawing/2014/main" id="{A6AA0845-4442-07E4-990E-1C810D65870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589488">
            <a:off x="533303" y="747190"/>
            <a:ext cx="202415" cy="158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2">
            <a:extLst>
              <a:ext uri="{FF2B5EF4-FFF2-40B4-BE49-F238E27FC236}">
                <a16:creationId xmlns:a16="http://schemas.microsoft.com/office/drawing/2014/main" id="{56076954-F89D-DF4C-EAE8-BF404A36A52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605715">
            <a:off x="6278743" y="682563"/>
            <a:ext cx="124112" cy="970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0" name="Google Shape;200;p22">
            <a:extLst>
              <a:ext uri="{FF2B5EF4-FFF2-40B4-BE49-F238E27FC236}">
                <a16:creationId xmlns:a16="http://schemas.microsoft.com/office/drawing/2014/main" id="{833AEB97-DDEB-F29C-CA9D-A977BA7CF227}"/>
              </a:ext>
            </a:extLst>
          </p:cNvPr>
          <p:cNvGrpSpPr/>
          <p:nvPr/>
        </p:nvGrpSpPr>
        <p:grpSpPr>
          <a:xfrm>
            <a:off x="10760641" y="2365829"/>
            <a:ext cx="685825" cy="3214201"/>
            <a:chOff x="11059391" y="2420023"/>
            <a:chExt cx="668892" cy="3134840"/>
          </a:xfrm>
        </p:grpSpPr>
        <p:sp>
          <p:nvSpPr>
            <p:cNvPr id="201" name="Google Shape;201;p22">
              <a:extLst>
                <a:ext uri="{FF2B5EF4-FFF2-40B4-BE49-F238E27FC236}">
                  <a16:creationId xmlns:a16="http://schemas.microsoft.com/office/drawing/2014/main" id="{13F0BEBA-E7BC-C498-2751-CDFE4FDF5704}"/>
                </a:ext>
              </a:extLst>
            </p:cNvPr>
            <p:cNvSpPr/>
            <p:nvPr/>
          </p:nvSpPr>
          <p:spPr>
            <a:xfrm rot="5400000">
              <a:off x="10934570" y="3523986"/>
              <a:ext cx="793785" cy="518645"/>
            </a:xfrm>
            <a:custGeom>
              <a:avLst/>
              <a:gdLst/>
              <a:ahLst/>
              <a:cxnLst/>
              <a:rect l="l" t="t" r="r" b="b"/>
              <a:pathLst>
                <a:path w="793785" h="518645" extrusionOk="0">
                  <a:moveTo>
                    <a:pt x="280968" y="516784"/>
                  </a:moveTo>
                  <a:cubicBezTo>
                    <a:pt x="287790" y="470409"/>
                    <a:pt x="294343" y="426253"/>
                    <a:pt x="300795" y="382063"/>
                  </a:cubicBezTo>
                  <a:cubicBezTo>
                    <a:pt x="309600" y="321675"/>
                    <a:pt x="318370" y="261321"/>
                    <a:pt x="327108" y="200934"/>
                  </a:cubicBezTo>
                  <a:cubicBezTo>
                    <a:pt x="328922" y="188366"/>
                    <a:pt x="329897" y="175529"/>
                    <a:pt x="316488" y="168371"/>
                  </a:cubicBezTo>
                  <a:cubicBezTo>
                    <a:pt x="302879" y="161079"/>
                    <a:pt x="291655" y="167867"/>
                    <a:pt x="281506" y="176671"/>
                  </a:cubicBezTo>
                  <a:cubicBezTo>
                    <a:pt x="238492" y="213905"/>
                    <a:pt x="214834" y="261960"/>
                    <a:pt x="205929" y="317172"/>
                  </a:cubicBezTo>
                  <a:cubicBezTo>
                    <a:pt x="196386" y="376283"/>
                    <a:pt x="188522" y="435696"/>
                    <a:pt x="180625" y="495075"/>
                  </a:cubicBezTo>
                  <a:cubicBezTo>
                    <a:pt x="178474" y="511205"/>
                    <a:pt x="172392" y="518363"/>
                    <a:pt x="154884" y="517994"/>
                  </a:cubicBezTo>
                  <a:cubicBezTo>
                    <a:pt x="104040" y="516985"/>
                    <a:pt x="53163" y="517624"/>
                    <a:pt x="0" y="517624"/>
                  </a:cubicBezTo>
                  <a:cubicBezTo>
                    <a:pt x="706" y="510399"/>
                    <a:pt x="1109" y="504014"/>
                    <a:pt x="1983" y="497730"/>
                  </a:cubicBezTo>
                  <a:cubicBezTo>
                    <a:pt x="18785" y="377459"/>
                    <a:pt x="36259" y="257255"/>
                    <a:pt x="52020" y="136850"/>
                  </a:cubicBezTo>
                  <a:cubicBezTo>
                    <a:pt x="56153" y="105362"/>
                    <a:pt x="55347" y="73169"/>
                    <a:pt x="56053" y="41278"/>
                  </a:cubicBezTo>
                  <a:cubicBezTo>
                    <a:pt x="56288" y="29987"/>
                    <a:pt x="59312" y="23233"/>
                    <a:pt x="71679" y="22258"/>
                  </a:cubicBezTo>
                  <a:cubicBezTo>
                    <a:pt x="121346" y="18461"/>
                    <a:pt x="171014" y="14294"/>
                    <a:pt x="220682" y="10362"/>
                  </a:cubicBezTo>
                  <a:cubicBezTo>
                    <a:pt x="222765" y="10194"/>
                    <a:pt x="224916" y="10900"/>
                    <a:pt x="229318" y="11505"/>
                  </a:cubicBezTo>
                  <a:lnTo>
                    <a:pt x="229318" y="147973"/>
                  </a:lnTo>
                  <a:cubicBezTo>
                    <a:pt x="237148" y="136716"/>
                    <a:pt x="245986" y="124047"/>
                    <a:pt x="254790" y="111378"/>
                  </a:cubicBezTo>
                  <a:cubicBezTo>
                    <a:pt x="280061" y="74950"/>
                    <a:pt x="311649" y="45244"/>
                    <a:pt x="349656" y="22493"/>
                  </a:cubicBezTo>
                  <a:cubicBezTo>
                    <a:pt x="358259" y="17352"/>
                    <a:pt x="367400" y="12849"/>
                    <a:pt x="376742" y="9220"/>
                  </a:cubicBezTo>
                  <a:cubicBezTo>
                    <a:pt x="448051" y="-18471"/>
                    <a:pt x="506052" y="18024"/>
                    <a:pt x="511832" y="94407"/>
                  </a:cubicBezTo>
                  <a:cubicBezTo>
                    <a:pt x="512941" y="109261"/>
                    <a:pt x="512000" y="124282"/>
                    <a:pt x="515562" y="140681"/>
                  </a:cubicBezTo>
                  <a:cubicBezTo>
                    <a:pt x="526719" y="126533"/>
                    <a:pt x="536901" y="111445"/>
                    <a:pt x="549201" y="98373"/>
                  </a:cubicBezTo>
                  <a:cubicBezTo>
                    <a:pt x="572489" y="73606"/>
                    <a:pt x="595071" y="47596"/>
                    <a:pt x="621484" y="26560"/>
                  </a:cubicBezTo>
                  <a:cubicBezTo>
                    <a:pt x="650586" y="3372"/>
                    <a:pt x="686644" y="-2441"/>
                    <a:pt x="723542" y="3137"/>
                  </a:cubicBezTo>
                  <a:cubicBezTo>
                    <a:pt x="769647" y="10093"/>
                    <a:pt x="796464" y="39833"/>
                    <a:pt x="793574" y="86342"/>
                  </a:cubicBezTo>
                  <a:cubicBezTo>
                    <a:pt x="790112" y="142126"/>
                    <a:pt x="784097" y="197876"/>
                    <a:pt x="776099" y="253223"/>
                  </a:cubicBezTo>
                  <a:cubicBezTo>
                    <a:pt x="764573" y="332967"/>
                    <a:pt x="750291" y="412307"/>
                    <a:pt x="737118" y="491849"/>
                  </a:cubicBezTo>
                  <a:cubicBezTo>
                    <a:pt x="733455" y="514028"/>
                    <a:pt x="730195" y="517456"/>
                    <a:pt x="708050" y="517758"/>
                  </a:cubicBezTo>
                  <a:cubicBezTo>
                    <a:pt x="666615" y="518363"/>
                    <a:pt x="625181" y="517758"/>
                    <a:pt x="583780" y="518632"/>
                  </a:cubicBezTo>
                  <a:cubicBezTo>
                    <a:pt x="568691" y="518968"/>
                    <a:pt x="566104" y="513121"/>
                    <a:pt x="567986" y="499545"/>
                  </a:cubicBezTo>
                  <a:cubicBezTo>
                    <a:pt x="581293" y="403066"/>
                    <a:pt x="594063" y="306486"/>
                    <a:pt x="606933" y="209940"/>
                  </a:cubicBezTo>
                  <a:cubicBezTo>
                    <a:pt x="607908" y="202715"/>
                    <a:pt x="608714" y="195490"/>
                    <a:pt x="609017" y="188231"/>
                  </a:cubicBezTo>
                  <a:cubicBezTo>
                    <a:pt x="609991" y="165616"/>
                    <a:pt x="601254" y="159768"/>
                    <a:pt x="580352" y="169514"/>
                  </a:cubicBezTo>
                  <a:cubicBezTo>
                    <a:pt x="551015" y="183191"/>
                    <a:pt x="532835" y="207924"/>
                    <a:pt x="517444" y="235009"/>
                  </a:cubicBezTo>
                  <a:cubicBezTo>
                    <a:pt x="490762" y="282022"/>
                    <a:pt x="484747" y="334378"/>
                    <a:pt x="478328" y="386734"/>
                  </a:cubicBezTo>
                  <a:cubicBezTo>
                    <a:pt x="473489" y="426186"/>
                    <a:pt x="467407" y="465470"/>
                    <a:pt x="462265" y="504854"/>
                  </a:cubicBezTo>
                  <a:cubicBezTo>
                    <a:pt x="461257" y="512617"/>
                    <a:pt x="459308" y="516985"/>
                    <a:pt x="450235" y="516918"/>
                  </a:cubicBezTo>
                  <a:cubicBezTo>
                    <a:pt x="394855" y="516616"/>
                    <a:pt x="339474" y="516784"/>
                    <a:pt x="281036" y="51678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22">
              <a:extLst>
                <a:ext uri="{FF2B5EF4-FFF2-40B4-BE49-F238E27FC236}">
                  <a16:creationId xmlns:a16="http://schemas.microsoft.com/office/drawing/2014/main" id="{D3A37010-5502-635B-D01D-94C20501D4AE}"/>
                </a:ext>
              </a:extLst>
            </p:cNvPr>
            <p:cNvSpPr/>
            <p:nvPr/>
          </p:nvSpPr>
          <p:spPr>
            <a:xfrm rot="5400000">
              <a:off x="11081233" y="5041760"/>
              <a:ext cx="492264" cy="533941"/>
            </a:xfrm>
            <a:custGeom>
              <a:avLst/>
              <a:gdLst/>
              <a:ahLst/>
              <a:cxnLst/>
              <a:rect l="l" t="t" r="r" b="b"/>
              <a:pathLst>
                <a:path w="492264" h="533941" extrusionOk="0">
                  <a:moveTo>
                    <a:pt x="263042" y="100"/>
                  </a:moveTo>
                  <a:cubicBezTo>
                    <a:pt x="400048" y="-3327"/>
                    <a:pt x="488730" y="81457"/>
                    <a:pt x="492091" y="204484"/>
                  </a:cubicBezTo>
                  <a:cubicBezTo>
                    <a:pt x="494914" y="308389"/>
                    <a:pt x="463594" y="398550"/>
                    <a:pt x="385094" y="469288"/>
                  </a:cubicBezTo>
                  <a:cubicBezTo>
                    <a:pt x="308072" y="538648"/>
                    <a:pt x="186961" y="554073"/>
                    <a:pt x="101672" y="506455"/>
                  </a:cubicBezTo>
                  <a:cubicBezTo>
                    <a:pt x="38798" y="471372"/>
                    <a:pt x="9562" y="414042"/>
                    <a:pt x="2303" y="345993"/>
                  </a:cubicBezTo>
                  <a:cubicBezTo>
                    <a:pt x="-10870" y="222798"/>
                    <a:pt x="32514" y="121850"/>
                    <a:pt x="131244" y="46273"/>
                  </a:cubicBezTo>
                  <a:cubicBezTo>
                    <a:pt x="174023" y="13509"/>
                    <a:pt x="223892" y="67"/>
                    <a:pt x="263109" y="100"/>
                  </a:cubicBezTo>
                  <a:close/>
                  <a:moveTo>
                    <a:pt x="171906" y="303516"/>
                  </a:moveTo>
                  <a:cubicBezTo>
                    <a:pt x="177585" y="326065"/>
                    <a:pt x="180979" y="349588"/>
                    <a:pt x="189582" y="370961"/>
                  </a:cubicBezTo>
                  <a:cubicBezTo>
                    <a:pt x="199730" y="396198"/>
                    <a:pt x="223489" y="403053"/>
                    <a:pt x="246273" y="388133"/>
                  </a:cubicBezTo>
                  <a:cubicBezTo>
                    <a:pt x="258875" y="379866"/>
                    <a:pt x="271073" y="368071"/>
                    <a:pt x="278365" y="355032"/>
                  </a:cubicBezTo>
                  <a:cubicBezTo>
                    <a:pt x="309954" y="298610"/>
                    <a:pt x="314591" y="238424"/>
                    <a:pt x="297486" y="176457"/>
                  </a:cubicBezTo>
                  <a:cubicBezTo>
                    <a:pt x="292378" y="157975"/>
                    <a:pt x="279777" y="146784"/>
                    <a:pt x="260555" y="144533"/>
                  </a:cubicBezTo>
                  <a:cubicBezTo>
                    <a:pt x="241467" y="142315"/>
                    <a:pt x="226950" y="150279"/>
                    <a:pt x="216634" y="166376"/>
                  </a:cubicBezTo>
                  <a:cubicBezTo>
                    <a:pt x="190086" y="207911"/>
                    <a:pt x="175535" y="253076"/>
                    <a:pt x="171939" y="3035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22">
              <a:extLst>
                <a:ext uri="{FF2B5EF4-FFF2-40B4-BE49-F238E27FC236}">
                  <a16:creationId xmlns:a16="http://schemas.microsoft.com/office/drawing/2014/main" id="{EDEEA99B-94E0-8A2B-ACC1-297B8A5F855E}"/>
                </a:ext>
              </a:extLst>
            </p:cNvPr>
            <p:cNvSpPr/>
            <p:nvPr/>
          </p:nvSpPr>
          <p:spPr>
            <a:xfrm rot="5400000">
              <a:off x="11081802" y="2871110"/>
              <a:ext cx="485200" cy="530022"/>
            </a:xfrm>
            <a:custGeom>
              <a:avLst/>
              <a:gdLst/>
              <a:ahLst/>
              <a:cxnLst/>
              <a:rect l="l" t="t" r="r" b="b"/>
              <a:pathLst>
                <a:path w="485200" h="530022" extrusionOk="0">
                  <a:moveTo>
                    <a:pt x="485200" y="223253"/>
                  </a:moveTo>
                  <a:cubicBezTo>
                    <a:pt x="484125" y="348766"/>
                    <a:pt x="431970" y="445413"/>
                    <a:pt x="319496" y="503751"/>
                  </a:cubicBezTo>
                  <a:cubicBezTo>
                    <a:pt x="254739" y="537355"/>
                    <a:pt x="185111" y="537994"/>
                    <a:pt x="117666" y="509833"/>
                  </a:cubicBezTo>
                  <a:cubicBezTo>
                    <a:pt x="50255" y="481706"/>
                    <a:pt x="16281" y="426763"/>
                    <a:pt x="4620" y="356226"/>
                  </a:cubicBezTo>
                  <a:cubicBezTo>
                    <a:pt x="-17021" y="225370"/>
                    <a:pt x="38460" y="100495"/>
                    <a:pt x="148112" y="34328"/>
                  </a:cubicBezTo>
                  <a:cubicBezTo>
                    <a:pt x="238408" y="-20145"/>
                    <a:pt x="361064" y="-8720"/>
                    <a:pt x="429887" y="61010"/>
                  </a:cubicBezTo>
                  <a:cubicBezTo>
                    <a:pt x="470582" y="102209"/>
                    <a:pt x="484192" y="153691"/>
                    <a:pt x="485133" y="209777"/>
                  </a:cubicBezTo>
                  <a:cubicBezTo>
                    <a:pt x="485200" y="214247"/>
                    <a:pt x="485133" y="218750"/>
                    <a:pt x="485133" y="223219"/>
                  </a:cubicBezTo>
                  <a:close/>
                  <a:moveTo>
                    <a:pt x="306759" y="223824"/>
                  </a:moveTo>
                  <a:cubicBezTo>
                    <a:pt x="305281" y="213642"/>
                    <a:pt x="303668" y="195764"/>
                    <a:pt x="299837" y="178391"/>
                  </a:cubicBezTo>
                  <a:cubicBezTo>
                    <a:pt x="295267" y="157623"/>
                    <a:pt x="283001" y="143274"/>
                    <a:pt x="260587" y="140048"/>
                  </a:cubicBezTo>
                  <a:cubicBezTo>
                    <a:pt x="239550" y="137023"/>
                    <a:pt x="224764" y="147273"/>
                    <a:pt x="213977" y="163638"/>
                  </a:cubicBezTo>
                  <a:cubicBezTo>
                    <a:pt x="173920" y="224530"/>
                    <a:pt x="165956" y="290563"/>
                    <a:pt x="185884" y="359788"/>
                  </a:cubicBezTo>
                  <a:cubicBezTo>
                    <a:pt x="194520" y="389764"/>
                    <a:pt x="229233" y="400181"/>
                    <a:pt x="253698" y="380254"/>
                  </a:cubicBezTo>
                  <a:cubicBezTo>
                    <a:pt x="265426" y="370710"/>
                    <a:pt x="274768" y="357067"/>
                    <a:pt x="282161" y="343625"/>
                  </a:cubicBezTo>
                  <a:cubicBezTo>
                    <a:pt x="301315" y="308911"/>
                    <a:pt x="305247" y="270367"/>
                    <a:pt x="306759" y="22379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22">
              <a:extLst>
                <a:ext uri="{FF2B5EF4-FFF2-40B4-BE49-F238E27FC236}">
                  <a16:creationId xmlns:a16="http://schemas.microsoft.com/office/drawing/2014/main" id="{A6A2AD0F-7110-B820-CD75-F2F0F0B6D73B}"/>
                </a:ext>
              </a:extLst>
            </p:cNvPr>
            <p:cNvSpPr/>
            <p:nvPr/>
          </p:nvSpPr>
          <p:spPr>
            <a:xfrm rot="5400000">
              <a:off x="11093113" y="4169783"/>
              <a:ext cx="489008" cy="532002"/>
            </a:xfrm>
            <a:custGeom>
              <a:avLst/>
              <a:gdLst/>
              <a:ahLst/>
              <a:cxnLst/>
              <a:rect l="l" t="t" r="r" b="b"/>
              <a:pathLst>
                <a:path w="489008" h="532002" extrusionOk="0">
                  <a:moveTo>
                    <a:pt x="288799" y="525382"/>
                  </a:moveTo>
                  <a:cubicBezTo>
                    <a:pt x="292765" y="500717"/>
                    <a:pt x="296327" y="478403"/>
                    <a:pt x="299687" y="457602"/>
                  </a:cubicBezTo>
                  <a:cubicBezTo>
                    <a:pt x="292294" y="464020"/>
                    <a:pt x="284162" y="470741"/>
                    <a:pt x="276433" y="477933"/>
                  </a:cubicBezTo>
                  <a:cubicBezTo>
                    <a:pt x="229857" y="521047"/>
                    <a:pt x="173603" y="536808"/>
                    <a:pt x="112173" y="530759"/>
                  </a:cubicBezTo>
                  <a:cubicBezTo>
                    <a:pt x="41267" y="523769"/>
                    <a:pt x="-3931" y="464726"/>
                    <a:pt x="270" y="389989"/>
                  </a:cubicBezTo>
                  <a:cubicBezTo>
                    <a:pt x="5579" y="295359"/>
                    <a:pt x="66437" y="229494"/>
                    <a:pt x="167050" y="216690"/>
                  </a:cubicBezTo>
                  <a:cubicBezTo>
                    <a:pt x="215003" y="210608"/>
                    <a:pt x="264167" y="212590"/>
                    <a:pt x="312726" y="213330"/>
                  </a:cubicBezTo>
                  <a:cubicBezTo>
                    <a:pt x="331175" y="213599"/>
                    <a:pt x="335644" y="206239"/>
                    <a:pt x="337022" y="190680"/>
                  </a:cubicBezTo>
                  <a:cubicBezTo>
                    <a:pt x="340181" y="155026"/>
                    <a:pt x="318170" y="129049"/>
                    <a:pt x="280062" y="125857"/>
                  </a:cubicBezTo>
                  <a:cubicBezTo>
                    <a:pt x="236174" y="122160"/>
                    <a:pt x="194370" y="131805"/>
                    <a:pt x="153843" y="147767"/>
                  </a:cubicBezTo>
                  <a:cubicBezTo>
                    <a:pt x="138351" y="153850"/>
                    <a:pt x="123229" y="160873"/>
                    <a:pt x="105620" y="168434"/>
                  </a:cubicBezTo>
                  <a:cubicBezTo>
                    <a:pt x="95371" y="136644"/>
                    <a:pt x="84618" y="106198"/>
                    <a:pt x="76351" y="75080"/>
                  </a:cubicBezTo>
                  <a:cubicBezTo>
                    <a:pt x="74771" y="69065"/>
                    <a:pt x="81055" y="56564"/>
                    <a:pt x="86970" y="53641"/>
                  </a:cubicBezTo>
                  <a:cubicBezTo>
                    <a:pt x="178005" y="8610"/>
                    <a:pt x="273207" y="-14409"/>
                    <a:pt x="374491" y="9753"/>
                  </a:cubicBezTo>
                  <a:cubicBezTo>
                    <a:pt x="454806" y="28908"/>
                    <a:pt x="494594" y="83414"/>
                    <a:pt x="488377" y="167695"/>
                  </a:cubicBezTo>
                  <a:cubicBezTo>
                    <a:pt x="483168" y="238533"/>
                    <a:pt x="472986" y="308969"/>
                    <a:pt x="465526" y="379639"/>
                  </a:cubicBezTo>
                  <a:cubicBezTo>
                    <a:pt x="461225" y="420200"/>
                    <a:pt x="457696" y="460861"/>
                    <a:pt x="454369" y="501523"/>
                  </a:cubicBezTo>
                  <a:cubicBezTo>
                    <a:pt x="452689" y="522257"/>
                    <a:pt x="450034" y="525382"/>
                    <a:pt x="429065" y="525382"/>
                  </a:cubicBezTo>
                  <a:cubicBezTo>
                    <a:pt x="383262" y="525416"/>
                    <a:pt x="337492" y="525382"/>
                    <a:pt x="288866" y="525382"/>
                  </a:cubicBezTo>
                  <a:close/>
                  <a:moveTo>
                    <a:pt x="322908" y="299593"/>
                  </a:moveTo>
                  <a:cubicBezTo>
                    <a:pt x="284263" y="291897"/>
                    <a:pt x="247701" y="288839"/>
                    <a:pt x="211038" y="297106"/>
                  </a:cubicBezTo>
                  <a:cubicBezTo>
                    <a:pt x="187582" y="302416"/>
                    <a:pt x="166814" y="313270"/>
                    <a:pt x="151121" y="331954"/>
                  </a:cubicBezTo>
                  <a:cubicBezTo>
                    <a:pt x="119633" y="369490"/>
                    <a:pt x="138385" y="422014"/>
                    <a:pt x="186204" y="431625"/>
                  </a:cubicBezTo>
                  <a:cubicBezTo>
                    <a:pt x="209963" y="436397"/>
                    <a:pt x="232041" y="432398"/>
                    <a:pt x="252237" y="419662"/>
                  </a:cubicBezTo>
                  <a:cubicBezTo>
                    <a:pt x="295621" y="392274"/>
                    <a:pt x="316086" y="351109"/>
                    <a:pt x="322908" y="2995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22">
              <a:extLst>
                <a:ext uri="{FF2B5EF4-FFF2-40B4-BE49-F238E27FC236}">
                  <a16:creationId xmlns:a16="http://schemas.microsoft.com/office/drawing/2014/main" id="{A8DF21BD-DA9B-2E97-7C03-0CDA19F17655}"/>
                </a:ext>
              </a:extLst>
            </p:cNvPr>
            <p:cNvSpPr/>
            <p:nvPr/>
          </p:nvSpPr>
          <p:spPr>
            <a:xfrm rot="5400000">
              <a:off x="11086918" y="2411877"/>
              <a:ext cx="478841" cy="495132"/>
            </a:xfrm>
            <a:custGeom>
              <a:avLst/>
              <a:gdLst/>
              <a:ahLst/>
              <a:cxnLst/>
              <a:rect l="l" t="t" r="r" b="b"/>
              <a:pathLst>
                <a:path w="478841" h="495132" extrusionOk="0">
                  <a:moveTo>
                    <a:pt x="232200" y="149406"/>
                  </a:moveTo>
                  <a:lnTo>
                    <a:pt x="54297" y="149406"/>
                  </a:lnTo>
                  <a:cubicBezTo>
                    <a:pt x="61891" y="98495"/>
                    <a:pt x="69184" y="49634"/>
                    <a:pt x="76577" y="0"/>
                  </a:cubicBezTo>
                  <a:lnTo>
                    <a:pt x="478522" y="0"/>
                  </a:lnTo>
                  <a:cubicBezTo>
                    <a:pt x="478522" y="23893"/>
                    <a:pt x="479395" y="46744"/>
                    <a:pt x="478253" y="69461"/>
                  </a:cubicBezTo>
                  <a:cubicBezTo>
                    <a:pt x="477211" y="90497"/>
                    <a:pt x="466122" y="106964"/>
                    <a:pt x="451873" y="122321"/>
                  </a:cubicBezTo>
                  <a:cubicBezTo>
                    <a:pt x="385941" y="193260"/>
                    <a:pt x="320613" y="264737"/>
                    <a:pt x="255084" y="336046"/>
                  </a:cubicBezTo>
                  <a:cubicBezTo>
                    <a:pt x="253606" y="337659"/>
                    <a:pt x="252430" y="339541"/>
                    <a:pt x="249304" y="343742"/>
                  </a:cubicBezTo>
                  <a:lnTo>
                    <a:pt x="438163" y="343742"/>
                  </a:lnTo>
                  <a:cubicBezTo>
                    <a:pt x="436382" y="354764"/>
                    <a:pt x="435138" y="363400"/>
                    <a:pt x="433626" y="371970"/>
                  </a:cubicBezTo>
                  <a:cubicBezTo>
                    <a:pt x="427476" y="406112"/>
                    <a:pt x="420453" y="440153"/>
                    <a:pt x="415412" y="474464"/>
                  </a:cubicBezTo>
                  <a:cubicBezTo>
                    <a:pt x="413093" y="490291"/>
                    <a:pt x="407280" y="495231"/>
                    <a:pt x="390847" y="495131"/>
                  </a:cubicBezTo>
                  <a:cubicBezTo>
                    <a:pt x="267653" y="494358"/>
                    <a:pt x="144492" y="494727"/>
                    <a:pt x="21297" y="494727"/>
                  </a:cubicBezTo>
                  <a:cubicBezTo>
                    <a:pt x="18508" y="494727"/>
                    <a:pt x="15685" y="494458"/>
                    <a:pt x="12896" y="494727"/>
                  </a:cubicBezTo>
                  <a:cubicBezTo>
                    <a:pt x="3318" y="495769"/>
                    <a:pt x="-109" y="491098"/>
                    <a:pt x="59" y="482058"/>
                  </a:cubicBezTo>
                  <a:cubicBezTo>
                    <a:pt x="462" y="459106"/>
                    <a:pt x="-983" y="435986"/>
                    <a:pt x="1504" y="413303"/>
                  </a:cubicBezTo>
                  <a:cubicBezTo>
                    <a:pt x="2613" y="403323"/>
                    <a:pt x="9905" y="392771"/>
                    <a:pt x="17063" y="384907"/>
                  </a:cubicBezTo>
                  <a:cubicBezTo>
                    <a:pt x="83298" y="311952"/>
                    <a:pt x="150137" y="239534"/>
                    <a:pt x="216775" y="166948"/>
                  </a:cubicBezTo>
                  <a:cubicBezTo>
                    <a:pt x="220909" y="162445"/>
                    <a:pt x="224840" y="157774"/>
                    <a:pt x="232166" y="14940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22">
              <a:extLst>
                <a:ext uri="{FF2B5EF4-FFF2-40B4-BE49-F238E27FC236}">
                  <a16:creationId xmlns:a16="http://schemas.microsoft.com/office/drawing/2014/main" id="{34D9CEB8-8DE0-8D5D-179F-691F54BF0F20}"/>
                </a:ext>
              </a:extLst>
            </p:cNvPr>
            <p:cNvSpPr/>
            <p:nvPr/>
          </p:nvSpPr>
          <p:spPr>
            <a:xfrm rot="5400000">
              <a:off x="11219643" y="4563687"/>
              <a:ext cx="353756" cy="663525"/>
            </a:xfrm>
            <a:custGeom>
              <a:avLst/>
              <a:gdLst/>
              <a:ahLst/>
              <a:cxnLst/>
              <a:rect l="l" t="t" r="r" b="b"/>
              <a:pathLst>
                <a:path w="353756" h="663525" extrusionOk="0">
                  <a:moveTo>
                    <a:pt x="353756" y="158950"/>
                  </a:moveTo>
                  <a:cubicBezTo>
                    <a:pt x="347069" y="200216"/>
                    <a:pt x="341255" y="238257"/>
                    <a:pt x="334232" y="276096"/>
                  </a:cubicBezTo>
                  <a:cubicBezTo>
                    <a:pt x="333627" y="279456"/>
                    <a:pt x="325360" y="283455"/>
                    <a:pt x="320521" y="283589"/>
                  </a:cubicBezTo>
                  <a:cubicBezTo>
                    <a:pt x="295351" y="284262"/>
                    <a:pt x="270148" y="284530"/>
                    <a:pt x="244978" y="283455"/>
                  </a:cubicBezTo>
                  <a:cubicBezTo>
                    <a:pt x="231234" y="282884"/>
                    <a:pt x="224647" y="286748"/>
                    <a:pt x="222832" y="301198"/>
                  </a:cubicBezTo>
                  <a:cubicBezTo>
                    <a:pt x="215137" y="363367"/>
                    <a:pt x="206198" y="425401"/>
                    <a:pt x="198503" y="487603"/>
                  </a:cubicBezTo>
                  <a:cubicBezTo>
                    <a:pt x="194537" y="519662"/>
                    <a:pt x="208080" y="531558"/>
                    <a:pt x="239870" y="524367"/>
                  </a:cubicBezTo>
                  <a:cubicBezTo>
                    <a:pt x="262183" y="519326"/>
                    <a:pt x="284094" y="512571"/>
                    <a:pt x="308793" y="505850"/>
                  </a:cubicBezTo>
                  <a:cubicBezTo>
                    <a:pt x="308255" y="512302"/>
                    <a:pt x="307987" y="517444"/>
                    <a:pt x="307348" y="522552"/>
                  </a:cubicBezTo>
                  <a:cubicBezTo>
                    <a:pt x="304626" y="544193"/>
                    <a:pt x="301232" y="565734"/>
                    <a:pt x="299115" y="587442"/>
                  </a:cubicBezTo>
                  <a:cubicBezTo>
                    <a:pt x="296931" y="610025"/>
                    <a:pt x="286816" y="627734"/>
                    <a:pt x="266082" y="636337"/>
                  </a:cubicBezTo>
                  <a:cubicBezTo>
                    <a:pt x="210365" y="659424"/>
                    <a:pt x="152800" y="671622"/>
                    <a:pt x="92480" y="657508"/>
                  </a:cubicBezTo>
                  <a:cubicBezTo>
                    <a:pt x="45400" y="646486"/>
                    <a:pt x="19692" y="614662"/>
                    <a:pt x="23759" y="566372"/>
                  </a:cubicBezTo>
                  <a:cubicBezTo>
                    <a:pt x="31286" y="477219"/>
                    <a:pt x="41569" y="388301"/>
                    <a:pt x="50709" y="299316"/>
                  </a:cubicBezTo>
                  <a:cubicBezTo>
                    <a:pt x="51180" y="294914"/>
                    <a:pt x="51785" y="290512"/>
                    <a:pt x="52558" y="283925"/>
                  </a:cubicBezTo>
                  <a:lnTo>
                    <a:pt x="0" y="283925"/>
                  </a:lnTo>
                  <a:cubicBezTo>
                    <a:pt x="3562" y="254051"/>
                    <a:pt x="6855" y="226495"/>
                    <a:pt x="10149" y="198939"/>
                  </a:cubicBezTo>
                  <a:cubicBezTo>
                    <a:pt x="10216" y="198368"/>
                    <a:pt x="10350" y="197830"/>
                    <a:pt x="10418" y="197293"/>
                  </a:cubicBezTo>
                  <a:cubicBezTo>
                    <a:pt x="16298" y="156799"/>
                    <a:pt x="16231" y="156564"/>
                    <a:pt x="56826" y="149305"/>
                  </a:cubicBezTo>
                  <a:cubicBezTo>
                    <a:pt x="68856" y="147155"/>
                    <a:pt x="76081" y="140971"/>
                    <a:pt x="78635" y="129311"/>
                  </a:cubicBezTo>
                  <a:cubicBezTo>
                    <a:pt x="81290" y="117314"/>
                    <a:pt x="83104" y="105082"/>
                    <a:pt x="86095" y="93186"/>
                  </a:cubicBezTo>
                  <a:cubicBezTo>
                    <a:pt x="91136" y="73090"/>
                    <a:pt x="102326" y="56489"/>
                    <a:pt x="121850" y="49298"/>
                  </a:cubicBezTo>
                  <a:cubicBezTo>
                    <a:pt x="167889" y="32328"/>
                    <a:pt x="214532" y="17071"/>
                    <a:pt x="264200" y="0"/>
                  </a:cubicBezTo>
                  <a:cubicBezTo>
                    <a:pt x="257613" y="53566"/>
                    <a:pt x="251296" y="105250"/>
                    <a:pt x="244709" y="158950"/>
                  </a:cubicBezTo>
                  <a:lnTo>
                    <a:pt x="353622" y="1589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7" name="Google Shape;207;p22">
            <a:extLst>
              <a:ext uri="{FF2B5EF4-FFF2-40B4-BE49-F238E27FC236}">
                <a16:creationId xmlns:a16="http://schemas.microsoft.com/office/drawing/2014/main" id="{5C297CAC-4A52-00E7-7FAA-0922B97F6C33}"/>
              </a:ext>
            </a:extLst>
          </p:cNvPr>
          <p:cNvSpPr/>
          <p:nvPr/>
        </p:nvSpPr>
        <p:spPr>
          <a:xfrm>
            <a:off x="714714" y="2046228"/>
            <a:ext cx="181456" cy="181456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>
            <a:extLst>
              <a:ext uri="{FF2B5EF4-FFF2-40B4-BE49-F238E27FC236}">
                <a16:creationId xmlns:a16="http://schemas.microsoft.com/office/drawing/2014/main" id="{A3D208A5-AAF8-CCDA-4F21-7D006587CEA4}"/>
              </a:ext>
            </a:extLst>
          </p:cNvPr>
          <p:cNvSpPr txBox="1"/>
          <p:nvPr/>
        </p:nvSpPr>
        <p:spPr>
          <a:xfrm>
            <a:off x="924588" y="1925895"/>
            <a:ext cx="329152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/>
            <a:r>
              <a:rPr lang="en-IN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Most restaurants are concentrated in Price Range 3 and 4.</a:t>
            </a:r>
            <a:endParaRPr lang="en-IN" sz="1200" dirty="0">
              <a:latin typeface="Poppins" panose="00000500000000000000" pitchFamily="2" charset="0"/>
              <a:ea typeface="Calibri" panose="020F0502020204030204" pitchFamily="34" charset="0"/>
              <a:cs typeface="Poppins" panose="00000500000000000000" pitchFamily="2" charset="0"/>
            </a:endParaRPr>
          </a:p>
        </p:txBody>
      </p:sp>
      <p:sp>
        <p:nvSpPr>
          <p:cNvPr id="209" name="Google Shape;209;p22">
            <a:extLst>
              <a:ext uri="{FF2B5EF4-FFF2-40B4-BE49-F238E27FC236}">
                <a16:creationId xmlns:a16="http://schemas.microsoft.com/office/drawing/2014/main" id="{063EB381-1852-7C99-9198-61F8112052CC}"/>
              </a:ext>
            </a:extLst>
          </p:cNvPr>
          <p:cNvSpPr/>
          <p:nvPr/>
        </p:nvSpPr>
        <p:spPr>
          <a:xfrm>
            <a:off x="709603" y="2704091"/>
            <a:ext cx="181456" cy="181456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>
            <a:extLst>
              <a:ext uri="{FF2B5EF4-FFF2-40B4-BE49-F238E27FC236}">
                <a16:creationId xmlns:a16="http://schemas.microsoft.com/office/drawing/2014/main" id="{814BCFA6-E32C-3614-5664-2E27F48C4F1D}"/>
              </a:ext>
            </a:extLst>
          </p:cNvPr>
          <p:cNvSpPr txBox="1"/>
          <p:nvPr/>
        </p:nvSpPr>
        <p:spPr>
          <a:xfrm>
            <a:off x="937706" y="2574307"/>
            <a:ext cx="329152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/>
            <a:r>
              <a:rPr lang="en-IN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Very few restaurants exist in Price Range 1.</a:t>
            </a:r>
          </a:p>
        </p:txBody>
      </p:sp>
      <p:sp>
        <p:nvSpPr>
          <p:cNvPr id="211" name="Google Shape;211;p22">
            <a:extLst>
              <a:ext uri="{FF2B5EF4-FFF2-40B4-BE49-F238E27FC236}">
                <a16:creationId xmlns:a16="http://schemas.microsoft.com/office/drawing/2014/main" id="{ECCEE629-D87C-EC5A-FE19-5791FFBECCC8}"/>
              </a:ext>
            </a:extLst>
          </p:cNvPr>
          <p:cNvSpPr/>
          <p:nvPr/>
        </p:nvSpPr>
        <p:spPr>
          <a:xfrm>
            <a:off x="713426" y="3356687"/>
            <a:ext cx="181456" cy="181456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>
            <a:extLst>
              <a:ext uri="{FF2B5EF4-FFF2-40B4-BE49-F238E27FC236}">
                <a16:creationId xmlns:a16="http://schemas.microsoft.com/office/drawing/2014/main" id="{7389B98F-7D67-A79B-2ED0-450DF9F4AAA1}"/>
              </a:ext>
            </a:extLst>
          </p:cNvPr>
          <p:cNvSpPr txBox="1"/>
          <p:nvPr/>
        </p:nvSpPr>
        <p:spPr>
          <a:xfrm>
            <a:off x="937706" y="3222719"/>
            <a:ext cx="3631790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/>
            <a:r>
              <a:rPr lang="en-IN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This indicates that recommended countries already support mid to premium pricing.</a:t>
            </a:r>
          </a:p>
        </p:txBody>
      </p:sp>
      <p:sp>
        <p:nvSpPr>
          <p:cNvPr id="231" name="Google Shape;231;p22">
            <a:extLst>
              <a:ext uri="{FF2B5EF4-FFF2-40B4-BE49-F238E27FC236}">
                <a16:creationId xmlns:a16="http://schemas.microsoft.com/office/drawing/2014/main" id="{A8357F5D-3B0F-4170-A6D2-4BF22F3F9D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8499" y="592137"/>
            <a:ext cx="5798821" cy="757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dirty="0"/>
              <a:t>Pricing Strategy Analysis</a:t>
            </a:r>
            <a:br>
              <a:rPr lang="en-IN" dirty="0"/>
            </a:br>
            <a:r>
              <a:rPr lang="en-US" sz="1800" dirty="0"/>
              <a:t>Price Range vs Number of Restaurants</a:t>
            </a:r>
            <a:endParaRPr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CB01B691-DE93-68AB-E14C-9F9109B9A2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1748813"/>
              </p:ext>
            </p:extLst>
          </p:nvPr>
        </p:nvGraphicFramePr>
        <p:xfrm>
          <a:off x="5117147" y="1441866"/>
          <a:ext cx="3989705" cy="39925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7" name="Google Shape;211;p22">
            <a:extLst>
              <a:ext uri="{FF2B5EF4-FFF2-40B4-BE49-F238E27FC236}">
                <a16:creationId xmlns:a16="http://schemas.microsoft.com/office/drawing/2014/main" id="{DE68BEBA-DD34-2889-D06C-8F09F23A5062}"/>
              </a:ext>
            </a:extLst>
          </p:cNvPr>
          <p:cNvSpPr/>
          <p:nvPr/>
        </p:nvSpPr>
        <p:spPr>
          <a:xfrm>
            <a:off x="723550" y="4079839"/>
            <a:ext cx="181456" cy="181456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212;p22">
            <a:extLst>
              <a:ext uri="{FF2B5EF4-FFF2-40B4-BE49-F238E27FC236}">
                <a16:creationId xmlns:a16="http://schemas.microsoft.com/office/drawing/2014/main" id="{442809E6-DA28-D1AB-5312-D44A39AD59AE}"/>
              </a:ext>
            </a:extLst>
          </p:cNvPr>
          <p:cNvSpPr txBox="1"/>
          <p:nvPr/>
        </p:nvSpPr>
        <p:spPr>
          <a:xfrm>
            <a:off x="924588" y="4000130"/>
            <a:ext cx="329152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/>
            <a:r>
              <a:rPr lang="en-IN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Majority of restaurants fall under Price Range 1 and 2(Globally).</a:t>
            </a:r>
          </a:p>
        </p:txBody>
      </p:sp>
      <p:sp>
        <p:nvSpPr>
          <p:cNvPr id="9" name="Google Shape;211;p22">
            <a:extLst>
              <a:ext uri="{FF2B5EF4-FFF2-40B4-BE49-F238E27FC236}">
                <a16:creationId xmlns:a16="http://schemas.microsoft.com/office/drawing/2014/main" id="{126D075C-9152-8A8F-EF9B-12EDE9C26543}"/>
              </a:ext>
            </a:extLst>
          </p:cNvPr>
          <p:cNvSpPr/>
          <p:nvPr/>
        </p:nvSpPr>
        <p:spPr>
          <a:xfrm>
            <a:off x="728199" y="4721044"/>
            <a:ext cx="181456" cy="181456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212;p22">
            <a:extLst>
              <a:ext uri="{FF2B5EF4-FFF2-40B4-BE49-F238E27FC236}">
                <a16:creationId xmlns:a16="http://schemas.microsoft.com/office/drawing/2014/main" id="{91EB101E-E9D0-7AD7-FC1F-A22E15D05007}"/>
              </a:ext>
            </a:extLst>
          </p:cNvPr>
          <p:cNvSpPr txBox="1"/>
          <p:nvPr/>
        </p:nvSpPr>
        <p:spPr>
          <a:xfrm>
            <a:off x="937706" y="4562099"/>
            <a:ext cx="329152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/>
            <a:r>
              <a:rPr lang="en-IN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In recommended countries, focus on high-price ranges (3 and 4).</a:t>
            </a:r>
          </a:p>
        </p:txBody>
      </p:sp>
    </p:spTree>
    <p:extLst>
      <p:ext uri="{BB962C8B-B14F-4D97-AF65-F5344CB8AC3E}">
        <p14:creationId xmlns:p14="http://schemas.microsoft.com/office/powerpoint/2010/main" val="2239349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9152920F-093C-F80E-9242-745223FE2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2">
            <a:extLst>
              <a:ext uri="{FF2B5EF4-FFF2-40B4-BE49-F238E27FC236}">
                <a16:creationId xmlns:a16="http://schemas.microsoft.com/office/drawing/2014/main" id="{FD6FACFD-700D-4FF2-5D06-AACFE56CDE6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20091" y="-16364"/>
            <a:ext cx="317190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2">
            <a:extLst>
              <a:ext uri="{FF2B5EF4-FFF2-40B4-BE49-F238E27FC236}">
                <a16:creationId xmlns:a16="http://schemas.microsoft.com/office/drawing/2014/main" id="{EA546946-E437-1E6C-EF49-D63D44829DD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8199422" y="628962"/>
            <a:ext cx="356384" cy="178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2">
            <a:extLst>
              <a:ext uri="{FF2B5EF4-FFF2-40B4-BE49-F238E27FC236}">
                <a16:creationId xmlns:a16="http://schemas.microsoft.com/office/drawing/2014/main" id="{3E3F8DE7-9292-0173-95D8-2C72AF659B6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15726" y="464457"/>
            <a:ext cx="1544422" cy="774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>
            <a:extLst>
              <a:ext uri="{FF2B5EF4-FFF2-40B4-BE49-F238E27FC236}">
                <a16:creationId xmlns:a16="http://schemas.microsoft.com/office/drawing/2014/main" id="{594B9ED5-0F20-D6E3-D155-8A8EA757599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589488">
            <a:off x="533303" y="747190"/>
            <a:ext cx="202415" cy="158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2">
            <a:extLst>
              <a:ext uri="{FF2B5EF4-FFF2-40B4-BE49-F238E27FC236}">
                <a16:creationId xmlns:a16="http://schemas.microsoft.com/office/drawing/2014/main" id="{945EE369-474D-EF85-3A12-4E6E39B3592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605715">
            <a:off x="6043973" y="676832"/>
            <a:ext cx="124112" cy="970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0" name="Google Shape;200;p22">
            <a:extLst>
              <a:ext uri="{FF2B5EF4-FFF2-40B4-BE49-F238E27FC236}">
                <a16:creationId xmlns:a16="http://schemas.microsoft.com/office/drawing/2014/main" id="{01DAD574-6524-9C3D-0E7D-279B10F01BCE}"/>
              </a:ext>
            </a:extLst>
          </p:cNvPr>
          <p:cNvGrpSpPr/>
          <p:nvPr/>
        </p:nvGrpSpPr>
        <p:grpSpPr>
          <a:xfrm>
            <a:off x="10760641" y="2365829"/>
            <a:ext cx="685825" cy="3214201"/>
            <a:chOff x="11059391" y="2420023"/>
            <a:chExt cx="668892" cy="3134840"/>
          </a:xfrm>
        </p:grpSpPr>
        <p:sp>
          <p:nvSpPr>
            <p:cNvPr id="201" name="Google Shape;201;p22">
              <a:extLst>
                <a:ext uri="{FF2B5EF4-FFF2-40B4-BE49-F238E27FC236}">
                  <a16:creationId xmlns:a16="http://schemas.microsoft.com/office/drawing/2014/main" id="{4FA2318F-8E4A-FA15-3C8E-BA5EDD81F3F7}"/>
                </a:ext>
              </a:extLst>
            </p:cNvPr>
            <p:cNvSpPr/>
            <p:nvPr/>
          </p:nvSpPr>
          <p:spPr>
            <a:xfrm rot="5400000">
              <a:off x="10934570" y="3523986"/>
              <a:ext cx="793785" cy="518645"/>
            </a:xfrm>
            <a:custGeom>
              <a:avLst/>
              <a:gdLst/>
              <a:ahLst/>
              <a:cxnLst/>
              <a:rect l="l" t="t" r="r" b="b"/>
              <a:pathLst>
                <a:path w="793785" h="518645" extrusionOk="0">
                  <a:moveTo>
                    <a:pt x="280968" y="516784"/>
                  </a:moveTo>
                  <a:cubicBezTo>
                    <a:pt x="287790" y="470409"/>
                    <a:pt x="294343" y="426253"/>
                    <a:pt x="300795" y="382063"/>
                  </a:cubicBezTo>
                  <a:cubicBezTo>
                    <a:pt x="309600" y="321675"/>
                    <a:pt x="318370" y="261321"/>
                    <a:pt x="327108" y="200934"/>
                  </a:cubicBezTo>
                  <a:cubicBezTo>
                    <a:pt x="328922" y="188366"/>
                    <a:pt x="329897" y="175529"/>
                    <a:pt x="316488" y="168371"/>
                  </a:cubicBezTo>
                  <a:cubicBezTo>
                    <a:pt x="302879" y="161079"/>
                    <a:pt x="291655" y="167867"/>
                    <a:pt x="281506" y="176671"/>
                  </a:cubicBezTo>
                  <a:cubicBezTo>
                    <a:pt x="238492" y="213905"/>
                    <a:pt x="214834" y="261960"/>
                    <a:pt x="205929" y="317172"/>
                  </a:cubicBezTo>
                  <a:cubicBezTo>
                    <a:pt x="196386" y="376283"/>
                    <a:pt x="188522" y="435696"/>
                    <a:pt x="180625" y="495075"/>
                  </a:cubicBezTo>
                  <a:cubicBezTo>
                    <a:pt x="178474" y="511205"/>
                    <a:pt x="172392" y="518363"/>
                    <a:pt x="154884" y="517994"/>
                  </a:cubicBezTo>
                  <a:cubicBezTo>
                    <a:pt x="104040" y="516985"/>
                    <a:pt x="53163" y="517624"/>
                    <a:pt x="0" y="517624"/>
                  </a:cubicBezTo>
                  <a:cubicBezTo>
                    <a:pt x="706" y="510399"/>
                    <a:pt x="1109" y="504014"/>
                    <a:pt x="1983" y="497730"/>
                  </a:cubicBezTo>
                  <a:cubicBezTo>
                    <a:pt x="18785" y="377459"/>
                    <a:pt x="36259" y="257255"/>
                    <a:pt x="52020" y="136850"/>
                  </a:cubicBezTo>
                  <a:cubicBezTo>
                    <a:pt x="56153" y="105362"/>
                    <a:pt x="55347" y="73169"/>
                    <a:pt x="56053" y="41278"/>
                  </a:cubicBezTo>
                  <a:cubicBezTo>
                    <a:pt x="56288" y="29987"/>
                    <a:pt x="59312" y="23233"/>
                    <a:pt x="71679" y="22258"/>
                  </a:cubicBezTo>
                  <a:cubicBezTo>
                    <a:pt x="121346" y="18461"/>
                    <a:pt x="171014" y="14294"/>
                    <a:pt x="220682" y="10362"/>
                  </a:cubicBezTo>
                  <a:cubicBezTo>
                    <a:pt x="222765" y="10194"/>
                    <a:pt x="224916" y="10900"/>
                    <a:pt x="229318" y="11505"/>
                  </a:cubicBezTo>
                  <a:lnTo>
                    <a:pt x="229318" y="147973"/>
                  </a:lnTo>
                  <a:cubicBezTo>
                    <a:pt x="237148" y="136716"/>
                    <a:pt x="245986" y="124047"/>
                    <a:pt x="254790" y="111378"/>
                  </a:cubicBezTo>
                  <a:cubicBezTo>
                    <a:pt x="280061" y="74950"/>
                    <a:pt x="311649" y="45244"/>
                    <a:pt x="349656" y="22493"/>
                  </a:cubicBezTo>
                  <a:cubicBezTo>
                    <a:pt x="358259" y="17352"/>
                    <a:pt x="367400" y="12849"/>
                    <a:pt x="376742" y="9220"/>
                  </a:cubicBezTo>
                  <a:cubicBezTo>
                    <a:pt x="448051" y="-18471"/>
                    <a:pt x="506052" y="18024"/>
                    <a:pt x="511832" y="94407"/>
                  </a:cubicBezTo>
                  <a:cubicBezTo>
                    <a:pt x="512941" y="109261"/>
                    <a:pt x="512000" y="124282"/>
                    <a:pt x="515562" y="140681"/>
                  </a:cubicBezTo>
                  <a:cubicBezTo>
                    <a:pt x="526719" y="126533"/>
                    <a:pt x="536901" y="111445"/>
                    <a:pt x="549201" y="98373"/>
                  </a:cubicBezTo>
                  <a:cubicBezTo>
                    <a:pt x="572489" y="73606"/>
                    <a:pt x="595071" y="47596"/>
                    <a:pt x="621484" y="26560"/>
                  </a:cubicBezTo>
                  <a:cubicBezTo>
                    <a:pt x="650586" y="3372"/>
                    <a:pt x="686644" y="-2441"/>
                    <a:pt x="723542" y="3137"/>
                  </a:cubicBezTo>
                  <a:cubicBezTo>
                    <a:pt x="769647" y="10093"/>
                    <a:pt x="796464" y="39833"/>
                    <a:pt x="793574" y="86342"/>
                  </a:cubicBezTo>
                  <a:cubicBezTo>
                    <a:pt x="790112" y="142126"/>
                    <a:pt x="784097" y="197876"/>
                    <a:pt x="776099" y="253223"/>
                  </a:cubicBezTo>
                  <a:cubicBezTo>
                    <a:pt x="764573" y="332967"/>
                    <a:pt x="750291" y="412307"/>
                    <a:pt x="737118" y="491849"/>
                  </a:cubicBezTo>
                  <a:cubicBezTo>
                    <a:pt x="733455" y="514028"/>
                    <a:pt x="730195" y="517456"/>
                    <a:pt x="708050" y="517758"/>
                  </a:cubicBezTo>
                  <a:cubicBezTo>
                    <a:pt x="666615" y="518363"/>
                    <a:pt x="625181" y="517758"/>
                    <a:pt x="583780" y="518632"/>
                  </a:cubicBezTo>
                  <a:cubicBezTo>
                    <a:pt x="568691" y="518968"/>
                    <a:pt x="566104" y="513121"/>
                    <a:pt x="567986" y="499545"/>
                  </a:cubicBezTo>
                  <a:cubicBezTo>
                    <a:pt x="581293" y="403066"/>
                    <a:pt x="594063" y="306486"/>
                    <a:pt x="606933" y="209940"/>
                  </a:cubicBezTo>
                  <a:cubicBezTo>
                    <a:pt x="607908" y="202715"/>
                    <a:pt x="608714" y="195490"/>
                    <a:pt x="609017" y="188231"/>
                  </a:cubicBezTo>
                  <a:cubicBezTo>
                    <a:pt x="609991" y="165616"/>
                    <a:pt x="601254" y="159768"/>
                    <a:pt x="580352" y="169514"/>
                  </a:cubicBezTo>
                  <a:cubicBezTo>
                    <a:pt x="551015" y="183191"/>
                    <a:pt x="532835" y="207924"/>
                    <a:pt x="517444" y="235009"/>
                  </a:cubicBezTo>
                  <a:cubicBezTo>
                    <a:pt x="490762" y="282022"/>
                    <a:pt x="484747" y="334378"/>
                    <a:pt x="478328" y="386734"/>
                  </a:cubicBezTo>
                  <a:cubicBezTo>
                    <a:pt x="473489" y="426186"/>
                    <a:pt x="467407" y="465470"/>
                    <a:pt x="462265" y="504854"/>
                  </a:cubicBezTo>
                  <a:cubicBezTo>
                    <a:pt x="461257" y="512617"/>
                    <a:pt x="459308" y="516985"/>
                    <a:pt x="450235" y="516918"/>
                  </a:cubicBezTo>
                  <a:cubicBezTo>
                    <a:pt x="394855" y="516616"/>
                    <a:pt x="339474" y="516784"/>
                    <a:pt x="281036" y="51678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22">
              <a:extLst>
                <a:ext uri="{FF2B5EF4-FFF2-40B4-BE49-F238E27FC236}">
                  <a16:creationId xmlns:a16="http://schemas.microsoft.com/office/drawing/2014/main" id="{B51B0FAC-50E7-73C1-75CD-818EC9046D6C}"/>
                </a:ext>
              </a:extLst>
            </p:cNvPr>
            <p:cNvSpPr/>
            <p:nvPr/>
          </p:nvSpPr>
          <p:spPr>
            <a:xfrm rot="5400000">
              <a:off x="11081233" y="5041760"/>
              <a:ext cx="492264" cy="533941"/>
            </a:xfrm>
            <a:custGeom>
              <a:avLst/>
              <a:gdLst/>
              <a:ahLst/>
              <a:cxnLst/>
              <a:rect l="l" t="t" r="r" b="b"/>
              <a:pathLst>
                <a:path w="492264" h="533941" extrusionOk="0">
                  <a:moveTo>
                    <a:pt x="263042" y="100"/>
                  </a:moveTo>
                  <a:cubicBezTo>
                    <a:pt x="400048" y="-3327"/>
                    <a:pt x="488730" y="81457"/>
                    <a:pt x="492091" y="204484"/>
                  </a:cubicBezTo>
                  <a:cubicBezTo>
                    <a:pt x="494914" y="308389"/>
                    <a:pt x="463594" y="398550"/>
                    <a:pt x="385094" y="469288"/>
                  </a:cubicBezTo>
                  <a:cubicBezTo>
                    <a:pt x="308072" y="538648"/>
                    <a:pt x="186961" y="554073"/>
                    <a:pt x="101672" y="506455"/>
                  </a:cubicBezTo>
                  <a:cubicBezTo>
                    <a:pt x="38798" y="471372"/>
                    <a:pt x="9562" y="414042"/>
                    <a:pt x="2303" y="345993"/>
                  </a:cubicBezTo>
                  <a:cubicBezTo>
                    <a:pt x="-10870" y="222798"/>
                    <a:pt x="32514" y="121850"/>
                    <a:pt x="131244" y="46273"/>
                  </a:cubicBezTo>
                  <a:cubicBezTo>
                    <a:pt x="174023" y="13509"/>
                    <a:pt x="223892" y="67"/>
                    <a:pt x="263109" y="100"/>
                  </a:cubicBezTo>
                  <a:close/>
                  <a:moveTo>
                    <a:pt x="171906" y="303516"/>
                  </a:moveTo>
                  <a:cubicBezTo>
                    <a:pt x="177585" y="326065"/>
                    <a:pt x="180979" y="349588"/>
                    <a:pt x="189582" y="370961"/>
                  </a:cubicBezTo>
                  <a:cubicBezTo>
                    <a:pt x="199730" y="396198"/>
                    <a:pt x="223489" y="403053"/>
                    <a:pt x="246273" y="388133"/>
                  </a:cubicBezTo>
                  <a:cubicBezTo>
                    <a:pt x="258875" y="379866"/>
                    <a:pt x="271073" y="368071"/>
                    <a:pt x="278365" y="355032"/>
                  </a:cubicBezTo>
                  <a:cubicBezTo>
                    <a:pt x="309954" y="298610"/>
                    <a:pt x="314591" y="238424"/>
                    <a:pt x="297486" y="176457"/>
                  </a:cubicBezTo>
                  <a:cubicBezTo>
                    <a:pt x="292378" y="157975"/>
                    <a:pt x="279777" y="146784"/>
                    <a:pt x="260555" y="144533"/>
                  </a:cubicBezTo>
                  <a:cubicBezTo>
                    <a:pt x="241467" y="142315"/>
                    <a:pt x="226950" y="150279"/>
                    <a:pt x="216634" y="166376"/>
                  </a:cubicBezTo>
                  <a:cubicBezTo>
                    <a:pt x="190086" y="207911"/>
                    <a:pt x="175535" y="253076"/>
                    <a:pt x="171939" y="3035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22">
              <a:extLst>
                <a:ext uri="{FF2B5EF4-FFF2-40B4-BE49-F238E27FC236}">
                  <a16:creationId xmlns:a16="http://schemas.microsoft.com/office/drawing/2014/main" id="{2F95713F-E86D-8002-C74A-D8D958DDA611}"/>
                </a:ext>
              </a:extLst>
            </p:cNvPr>
            <p:cNvSpPr/>
            <p:nvPr/>
          </p:nvSpPr>
          <p:spPr>
            <a:xfrm rot="5400000">
              <a:off x="11081802" y="2871110"/>
              <a:ext cx="485200" cy="530022"/>
            </a:xfrm>
            <a:custGeom>
              <a:avLst/>
              <a:gdLst/>
              <a:ahLst/>
              <a:cxnLst/>
              <a:rect l="l" t="t" r="r" b="b"/>
              <a:pathLst>
                <a:path w="485200" h="530022" extrusionOk="0">
                  <a:moveTo>
                    <a:pt x="485200" y="223253"/>
                  </a:moveTo>
                  <a:cubicBezTo>
                    <a:pt x="484125" y="348766"/>
                    <a:pt x="431970" y="445413"/>
                    <a:pt x="319496" y="503751"/>
                  </a:cubicBezTo>
                  <a:cubicBezTo>
                    <a:pt x="254739" y="537355"/>
                    <a:pt x="185111" y="537994"/>
                    <a:pt x="117666" y="509833"/>
                  </a:cubicBezTo>
                  <a:cubicBezTo>
                    <a:pt x="50255" y="481706"/>
                    <a:pt x="16281" y="426763"/>
                    <a:pt x="4620" y="356226"/>
                  </a:cubicBezTo>
                  <a:cubicBezTo>
                    <a:pt x="-17021" y="225370"/>
                    <a:pt x="38460" y="100495"/>
                    <a:pt x="148112" y="34328"/>
                  </a:cubicBezTo>
                  <a:cubicBezTo>
                    <a:pt x="238408" y="-20145"/>
                    <a:pt x="361064" y="-8720"/>
                    <a:pt x="429887" y="61010"/>
                  </a:cubicBezTo>
                  <a:cubicBezTo>
                    <a:pt x="470582" y="102209"/>
                    <a:pt x="484192" y="153691"/>
                    <a:pt x="485133" y="209777"/>
                  </a:cubicBezTo>
                  <a:cubicBezTo>
                    <a:pt x="485200" y="214247"/>
                    <a:pt x="485133" y="218750"/>
                    <a:pt x="485133" y="223219"/>
                  </a:cubicBezTo>
                  <a:close/>
                  <a:moveTo>
                    <a:pt x="306759" y="223824"/>
                  </a:moveTo>
                  <a:cubicBezTo>
                    <a:pt x="305281" y="213642"/>
                    <a:pt x="303668" y="195764"/>
                    <a:pt x="299837" y="178391"/>
                  </a:cubicBezTo>
                  <a:cubicBezTo>
                    <a:pt x="295267" y="157623"/>
                    <a:pt x="283001" y="143274"/>
                    <a:pt x="260587" y="140048"/>
                  </a:cubicBezTo>
                  <a:cubicBezTo>
                    <a:pt x="239550" y="137023"/>
                    <a:pt x="224764" y="147273"/>
                    <a:pt x="213977" y="163638"/>
                  </a:cubicBezTo>
                  <a:cubicBezTo>
                    <a:pt x="173920" y="224530"/>
                    <a:pt x="165956" y="290563"/>
                    <a:pt x="185884" y="359788"/>
                  </a:cubicBezTo>
                  <a:cubicBezTo>
                    <a:pt x="194520" y="389764"/>
                    <a:pt x="229233" y="400181"/>
                    <a:pt x="253698" y="380254"/>
                  </a:cubicBezTo>
                  <a:cubicBezTo>
                    <a:pt x="265426" y="370710"/>
                    <a:pt x="274768" y="357067"/>
                    <a:pt x="282161" y="343625"/>
                  </a:cubicBezTo>
                  <a:cubicBezTo>
                    <a:pt x="301315" y="308911"/>
                    <a:pt x="305247" y="270367"/>
                    <a:pt x="306759" y="22379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22">
              <a:extLst>
                <a:ext uri="{FF2B5EF4-FFF2-40B4-BE49-F238E27FC236}">
                  <a16:creationId xmlns:a16="http://schemas.microsoft.com/office/drawing/2014/main" id="{A59DEB27-F2AD-8151-AA1E-22A1A39BBBAE}"/>
                </a:ext>
              </a:extLst>
            </p:cNvPr>
            <p:cNvSpPr/>
            <p:nvPr/>
          </p:nvSpPr>
          <p:spPr>
            <a:xfrm rot="5400000">
              <a:off x="11093113" y="4169783"/>
              <a:ext cx="489008" cy="532002"/>
            </a:xfrm>
            <a:custGeom>
              <a:avLst/>
              <a:gdLst/>
              <a:ahLst/>
              <a:cxnLst/>
              <a:rect l="l" t="t" r="r" b="b"/>
              <a:pathLst>
                <a:path w="489008" h="532002" extrusionOk="0">
                  <a:moveTo>
                    <a:pt x="288799" y="525382"/>
                  </a:moveTo>
                  <a:cubicBezTo>
                    <a:pt x="292765" y="500717"/>
                    <a:pt x="296327" y="478403"/>
                    <a:pt x="299687" y="457602"/>
                  </a:cubicBezTo>
                  <a:cubicBezTo>
                    <a:pt x="292294" y="464020"/>
                    <a:pt x="284162" y="470741"/>
                    <a:pt x="276433" y="477933"/>
                  </a:cubicBezTo>
                  <a:cubicBezTo>
                    <a:pt x="229857" y="521047"/>
                    <a:pt x="173603" y="536808"/>
                    <a:pt x="112173" y="530759"/>
                  </a:cubicBezTo>
                  <a:cubicBezTo>
                    <a:pt x="41267" y="523769"/>
                    <a:pt x="-3931" y="464726"/>
                    <a:pt x="270" y="389989"/>
                  </a:cubicBezTo>
                  <a:cubicBezTo>
                    <a:pt x="5579" y="295359"/>
                    <a:pt x="66437" y="229494"/>
                    <a:pt x="167050" y="216690"/>
                  </a:cubicBezTo>
                  <a:cubicBezTo>
                    <a:pt x="215003" y="210608"/>
                    <a:pt x="264167" y="212590"/>
                    <a:pt x="312726" y="213330"/>
                  </a:cubicBezTo>
                  <a:cubicBezTo>
                    <a:pt x="331175" y="213599"/>
                    <a:pt x="335644" y="206239"/>
                    <a:pt x="337022" y="190680"/>
                  </a:cubicBezTo>
                  <a:cubicBezTo>
                    <a:pt x="340181" y="155026"/>
                    <a:pt x="318170" y="129049"/>
                    <a:pt x="280062" y="125857"/>
                  </a:cubicBezTo>
                  <a:cubicBezTo>
                    <a:pt x="236174" y="122160"/>
                    <a:pt x="194370" y="131805"/>
                    <a:pt x="153843" y="147767"/>
                  </a:cubicBezTo>
                  <a:cubicBezTo>
                    <a:pt x="138351" y="153850"/>
                    <a:pt x="123229" y="160873"/>
                    <a:pt x="105620" y="168434"/>
                  </a:cubicBezTo>
                  <a:cubicBezTo>
                    <a:pt x="95371" y="136644"/>
                    <a:pt x="84618" y="106198"/>
                    <a:pt x="76351" y="75080"/>
                  </a:cubicBezTo>
                  <a:cubicBezTo>
                    <a:pt x="74771" y="69065"/>
                    <a:pt x="81055" y="56564"/>
                    <a:pt x="86970" y="53641"/>
                  </a:cubicBezTo>
                  <a:cubicBezTo>
                    <a:pt x="178005" y="8610"/>
                    <a:pt x="273207" y="-14409"/>
                    <a:pt x="374491" y="9753"/>
                  </a:cubicBezTo>
                  <a:cubicBezTo>
                    <a:pt x="454806" y="28908"/>
                    <a:pt x="494594" y="83414"/>
                    <a:pt x="488377" y="167695"/>
                  </a:cubicBezTo>
                  <a:cubicBezTo>
                    <a:pt x="483168" y="238533"/>
                    <a:pt x="472986" y="308969"/>
                    <a:pt x="465526" y="379639"/>
                  </a:cubicBezTo>
                  <a:cubicBezTo>
                    <a:pt x="461225" y="420200"/>
                    <a:pt x="457696" y="460861"/>
                    <a:pt x="454369" y="501523"/>
                  </a:cubicBezTo>
                  <a:cubicBezTo>
                    <a:pt x="452689" y="522257"/>
                    <a:pt x="450034" y="525382"/>
                    <a:pt x="429065" y="525382"/>
                  </a:cubicBezTo>
                  <a:cubicBezTo>
                    <a:pt x="383262" y="525416"/>
                    <a:pt x="337492" y="525382"/>
                    <a:pt x="288866" y="525382"/>
                  </a:cubicBezTo>
                  <a:close/>
                  <a:moveTo>
                    <a:pt x="322908" y="299593"/>
                  </a:moveTo>
                  <a:cubicBezTo>
                    <a:pt x="284263" y="291897"/>
                    <a:pt x="247701" y="288839"/>
                    <a:pt x="211038" y="297106"/>
                  </a:cubicBezTo>
                  <a:cubicBezTo>
                    <a:pt x="187582" y="302416"/>
                    <a:pt x="166814" y="313270"/>
                    <a:pt x="151121" y="331954"/>
                  </a:cubicBezTo>
                  <a:cubicBezTo>
                    <a:pt x="119633" y="369490"/>
                    <a:pt x="138385" y="422014"/>
                    <a:pt x="186204" y="431625"/>
                  </a:cubicBezTo>
                  <a:cubicBezTo>
                    <a:pt x="209963" y="436397"/>
                    <a:pt x="232041" y="432398"/>
                    <a:pt x="252237" y="419662"/>
                  </a:cubicBezTo>
                  <a:cubicBezTo>
                    <a:pt x="295621" y="392274"/>
                    <a:pt x="316086" y="351109"/>
                    <a:pt x="322908" y="2995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22">
              <a:extLst>
                <a:ext uri="{FF2B5EF4-FFF2-40B4-BE49-F238E27FC236}">
                  <a16:creationId xmlns:a16="http://schemas.microsoft.com/office/drawing/2014/main" id="{3FF5AC2E-0898-996E-9955-D98430984616}"/>
                </a:ext>
              </a:extLst>
            </p:cNvPr>
            <p:cNvSpPr/>
            <p:nvPr/>
          </p:nvSpPr>
          <p:spPr>
            <a:xfrm rot="5400000">
              <a:off x="11086918" y="2411877"/>
              <a:ext cx="478841" cy="495132"/>
            </a:xfrm>
            <a:custGeom>
              <a:avLst/>
              <a:gdLst/>
              <a:ahLst/>
              <a:cxnLst/>
              <a:rect l="l" t="t" r="r" b="b"/>
              <a:pathLst>
                <a:path w="478841" h="495132" extrusionOk="0">
                  <a:moveTo>
                    <a:pt x="232200" y="149406"/>
                  </a:moveTo>
                  <a:lnTo>
                    <a:pt x="54297" y="149406"/>
                  </a:lnTo>
                  <a:cubicBezTo>
                    <a:pt x="61891" y="98495"/>
                    <a:pt x="69184" y="49634"/>
                    <a:pt x="76577" y="0"/>
                  </a:cubicBezTo>
                  <a:lnTo>
                    <a:pt x="478522" y="0"/>
                  </a:lnTo>
                  <a:cubicBezTo>
                    <a:pt x="478522" y="23893"/>
                    <a:pt x="479395" y="46744"/>
                    <a:pt x="478253" y="69461"/>
                  </a:cubicBezTo>
                  <a:cubicBezTo>
                    <a:pt x="477211" y="90497"/>
                    <a:pt x="466122" y="106964"/>
                    <a:pt x="451873" y="122321"/>
                  </a:cubicBezTo>
                  <a:cubicBezTo>
                    <a:pt x="385941" y="193260"/>
                    <a:pt x="320613" y="264737"/>
                    <a:pt x="255084" y="336046"/>
                  </a:cubicBezTo>
                  <a:cubicBezTo>
                    <a:pt x="253606" y="337659"/>
                    <a:pt x="252430" y="339541"/>
                    <a:pt x="249304" y="343742"/>
                  </a:cubicBezTo>
                  <a:lnTo>
                    <a:pt x="438163" y="343742"/>
                  </a:lnTo>
                  <a:cubicBezTo>
                    <a:pt x="436382" y="354764"/>
                    <a:pt x="435138" y="363400"/>
                    <a:pt x="433626" y="371970"/>
                  </a:cubicBezTo>
                  <a:cubicBezTo>
                    <a:pt x="427476" y="406112"/>
                    <a:pt x="420453" y="440153"/>
                    <a:pt x="415412" y="474464"/>
                  </a:cubicBezTo>
                  <a:cubicBezTo>
                    <a:pt x="413093" y="490291"/>
                    <a:pt x="407280" y="495231"/>
                    <a:pt x="390847" y="495131"/>
                  </a:cubicBezTo>
                  <a:cubicBezTo>
                    <a:pt x="267653" y="494358"/>
                    <a:pt x="144492" y="494727"/>
                    <a:pt x="21297" y="494727"/>
                  </a:cubicBezTo>
                  <a:cubicBezTo>
                    <a:pt x="18508" y="494727"/>
                    <a:pt x="15685" y="494458"/>
                    <a:pt x="12896" y="494727"/>
                  </a:cubicBezTo>
                  <a:cubicBezTo>
                    <a:pt x="3318" y="495769"/>
                    <a:pt x="-109" y="491098"/>
                    <a:pt x="59" y="482058"/>
                  </a:cubicBezTo>
                  <a:cubicBezTo>
                    <a:pt x="462" y="459106"/>
                    <a:pt x="-983" y="435986"/>
                    <a:pt x="1504" y="413303"/>
                  </a:cubicBezTo>
                  <a:cubicBezTo>
                    <a:pt x="2613" y="403323"/>
                    <a:pt x="9905" y="392771"/>
                    <a:pt x="17063" y="384907"/>
                  </a:cubicBezTo>
                  <a:cubicBezTo>
                    <a:pt x="83298" y="311952"/>
                    <a:pt x="150137" y="239534"/>
                    <a:pt x="216775" y="166948"/>
                  </a:cubicBezTo>
                  <a:cubicBezTo>
                    <a:pt x="220909" y="162445"/>
                    <a:pt x="224840" y="157774"/>
                    <a:pt x="232166" y="14940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22">
              <a:extLst>
                <a:ext uri="{FF2B5EF4-FFF2-40B4-BE49-F238E27FC236}">
                  <a16:creationId xmlns:a16="http://schemas.microsoft.com/office/drawing/2014/main" id="{B5EAB10F-48D9-6679-242B-0298A8D6439F}"/>
                </a:ext>
              </a:extLst>
            </p:cNvPr>
            <p:cNvSpPr/>
            <p:nvPr/>
          </p:nvSpPr>
          <p:spPr>
            <a:xfrm rot="5400000">
              <a:off x="11219643" y="4563687"/>
              <a:ext cx="353756" cy="663525"/>
            </a:xfrm>
            <a:custGeom>
              <a:avLst/>
              <a:gdLst/>
              <a:ahLst/>
              <a:cxnLst/>
              <a:rect l="l" t="t" r="r" b="b"/>
              <a:pathLst>
                <a:path w="353756" h="663525" extrusionOk="0">
                  <a:moveTo>
                    <a:pt x="353756" y="158950"/>
                  </a:moveTo>
                  <a:cubicBezTo>
                    <a:pt x="347069" y="200216"/>
                    <a:pt x="341255" y="238257"/>
                    <a:pt x="334232" y="276096"/>
                  </a:cubicBezTo>
                  <a:cubicBezTo>
                    <a:pt x="333627" y="279456"/>
                    <a:pt x="325360" y="283455"/>
                    <a:pt x="320521" y="283589"/>
                  </a:cubicBezTo>
                  <a:cubicBezTo>
                    <a:pt x="295351" y="284262"/>
                    <a:pt x="270148" y="284530"/>
                    <a:pt x="244978" y="283455"/>
                  </a:cubicBezTo>
                  <a:cubicBezTo>
                    <a:pt x="231234" y="282884"/>
                    <a:pt x="224647" y="286748"/>
                    <a:pt x="222832" y="301198"/>
                  </a:cubicBezTo>
                  <a:cubicBezTo>
                    <a:pt x="215137" y="363367"/>
                    <a:pt x="206198" y="425401"/>
                    <a:pt x="198503" y="487603"/>
                  </a:cubicBezTo>
                  <a:cubicBezTo>
                    <a:pt x="194537" y="519662"/>
                    <a:pt x="208080" y="531558"/>
                    <a:pt x="239870" y="524367"/>
                  </a:cubicBezTo>
                  <a:cubicBezTo>
                    <a:pt x="262183" y="519326"/>
                    <a:pt x="284094" y="512571"/>
                    <a:pt x="308793" y="505850"/>
                  </a:cubicBezTo>
                  <a:cubicBezTo>
                    <a:pt x="308255" y="512302"/>
                    <a:pt x="307987" y="517444"/>
                    <a:pt x="307348" y="522552"/>
                  </a:cubicBezTo>
                  <a:cubicBezTo>
                    <a:pt x="304626" y="544193"/>
                    <a:pt x="301232" y="565734"/>
                    <a:pt x="299115" y="587442"/>
                  </a:cubicBezTo>
                  <a:cubicBezTo>
                    <a:pt x="296931" y="610025"/>
                    <a:pt x="286816" y="627734"/>
                    <a:pt x="266082" y="636337"/>
                  </a:cubicBezTo>
                  <a:cubicBezTo>
                    <a:pt x="210365" y="659424"/>
                    <a:pt x="152800" y="671622"/>
                    <a:pt x="92480" y="657508"/>
                  </a:cubicBezTo>
                  <a:cubicBezTo>
                    <a:pt x="45400" y="646486"/>
                    <a:pt x="19692" y="614662"/>
                    <a:pt x="23759" y="566372"/>
                  </a:cubicBezTo>
                  <a:cubicBezTo>
                    <a:pt x="31286" y="477219"/>
                    <a:pt x="41569" y="388301"/>
                    <a:pt x="50709" y="299316"/>
                  </a:cubicBezTo>
                  <a:cubicBezTo>
                    <a:pt x="51180" y="294914"/>
                    <a:pt x="51785" y="290512"/>
                    <a:pt x="52558" y="283925"/>
                  </a:cubicBezTo>
                  <a:lnTo>
                    <a:pt x="0" y="283925"/>
                  </a:lnTo>
                  <a:cubicBezTo>
                    <a:pt x="3562" y="254051"/>
                    <a:pt x="6855" y="226495"/>
                    <a:pt x="10149" y="198939"/>
                  </a:cubicBezTo>
                  <a:cubicBezTo>
                    <a:pt x="10216" y="198368"/>
                    <a:pt x="10350" y="197830"/>
                    <a:pt x="10418" y="197293"/>
                  </a:cubicBezTo>
                  <a:cubicBezTo>
                    <a:pt x="16298" y="156799"/>
                    <a:pt x="16231" y="156564"/>
                    <a:pt x="56826" y="149305"/>
                  </a:cubicBezTo>
                  <a:cubicBezTo>
                    <a:pt x="68856" y="147155"/>
                    <a:pt x="76081" y="140971"/>
                    <a:pt x="78635" y="129311"/>
                  </a:cubicBezTo>
                  <a:cubicBezTo>
                    <a:pt x="81290" y="117314"/>
                    <a:pt x="83104" y="105082"/>
                    <a:pt x="86095" y="93186"/>
                  </a:cubicBezTo>
                  <a:cubicBezTo>
                    <a:pt x="91136" y="73090"/>
                    <a:pt x="102326" y="56489"/>
                    <a:pt x="121850" y="49298"/>
                  </a:cubicBezTo>
                  <a:cubicBezTo>
                    <a:pt x="167889" y="32328"/>
                    <a:pt x="214532" y="17071"/>
                    <a:pt x="264200" y="0"/>
                  </a:cubicBezTo>
                  <a:cubicBezTo>
                    <a:pt x="257613" y="53566"/>
                    <a:pt x="251296" y="105250"/>
                    <a:pt x="244709" y="158950"/>
                  </a:cubicBezTo>
                  <a:lnTo>
                    <a:pt x="353622" y="1589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7" name="Google Shape;207;p22">
            <a:extLst>
              <a:ext uri="{FF2B5EF4-FFF2-40B4-BE49-F238E27FC236}">
                <a16:creationId xmlns:a16="http://schemas.microsoft.com/office/drawing/2014/main" id="{E1172F94-C6D0-C4E1-B31C-11FA4540C4D8}"/>
              </a:ext>
            </a:extLst>
          </p:cNvPr>
          <p:cNvSpPr/>
          <p:nvPr/>
        </p:nvSpPr>
        <p:spPr>
          <a:xfrm>
            <a:off x="710121" y="1678265"/>
            <a:ext cx="181456" cy="181456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>
            <a:extLst>
              <a:ext uri="{FF2B5EF4-FFF2-40B4-BE49-F238E27FC236}">
                <a16:creationId xmlns:a16="http://schemas.microsoft.com/office/drawing/2014/main" id="{625910F4-8FA5-9FD4-CE87-F1783EBD8EA6}"/>
              </a:ext>
            </a:extLst>
          </p:cNvPr>
          <p:cNvSpPr txBox="1"/>
          <p:nvPr/>
        </p:nvSpPr>
        <p:spPr>
          <a:xfrm>
            <a:off x="940210" y="1615105"/>
            <a:ext cx="8148926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Ratings stay consistently high across price ranges</a:t>
            </a:r>
            <a:endParaRPr dirty="0">
              <a:solidFill>
                <a:srgbClr val="0C0C0C"/>
              </a:solidFill>
              <a:latin typeface="Poppins" panose="00000500000000000000" pitchFamily="2" charset="0"/>
              <a:ea typeface="Calibri" panose="020F0502020204030204" pitchFamily="34" charset="0"/>
              <a:cs typeface="Poppins" panose="00000500000000000000" pitchFamily="2" charset="0"/>
              <a:sym typeface="Calibri"/>
            </a:endParaRPr>
          </a:p>
        </p:txBody>
      </p:sp>
      <p:sp>
        <p:nvSpPr>
          <p:cNvPr id="211" name="Google Shape;211;p22">
            <a:extLst>
              <a:ext uri="{FF2B5EF4-FFF2-40B4-BE49-F238E27FC236}">
                <a16:creationId xmlns:a16="http://schemas.microsoft.com/office/drawing/2014/main" id="{02921D12-EB0E-E880-E6EF-E5917111DA23}"/>
              </a:ext>
            </a:extLst>
          </p:cNvPr>
          <p:cNvSpPr/>
          <p:nvPr/>
        </p:nvSpPr>
        <p:spPr>
          <a:xfrm>
            <a:off x="702430" y="2249341"/>
            <a:ext cx="181456" cy="181456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>
            <a:extLst>
              <a:ext uri="{FF2B5EF4-FFF2-40B4-BE49-F238E27FC236}">
                <a16:creationId xmlns:a16="http://schemas.microsoft.com/office/drawing/2014/main" id="{57F3E0C4-86FF-485E-73C3-089D8B9BB0E3}"/>
              </a:ext>
            </a:extLst>
          </p:cNvPr>
          <p:cNvSpPr txBox="1"/>
          <p:nvPr/>
        </p:nvSpPr>
        <p:spPr>
          <a:xfrm>
            <a:off x="937706" y="2177382"/>
            <a:ext cx="76181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/>
            <a:r>
              <a:rPr lang="en-US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Mid-priced restaurants (~₹2k–₹3k) 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receive the strongest ratings</a:t>
            </a:r>
            <a:endParaRPr lang="en-IN" dirty="0">
              <a:latin typeface="Poppins" panose="00000500000000000000" pitchFamily="2" charset="0"/>
              <a:ea typeface="Calibri" panose="020F0502020204030204" pitchFamily="34" charset="0"/>
              <a:cs typeface="Poppins" panose="00000500000000000000" pitchFamily="2" charset="0"/>
            </a:endParaRPr>
          </a:p>
        </p:txBody>
      </p:sp>
      <p:sp>
        <p:nvSpPr>
          <p:cNvPr id="231" name="Google Shape;231;p22">
            <a:extLst>
              <a:ext uri="{FF2B5EF4-FFF2-40B4-BE49-F238E27FC236}">
                <a16:creationId xmlns:a16="http://schemas.microsoft.com/office/drawing/2014/main" id="{FF8D2094-7A3F-22A5-C025-C3982FD4C7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8499" y="592137"/>
            <a:ext cx="5935981" cy="757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dirty="0"/>
              <a:t>Price vs Customer Ratings</a:t>
            </a:r>
            <a:br>
              <a:rPr lang="en-IN" dirty="0"/>
            </a:br>
            <a:r>
              <a:rPr lang="en-US" sz="1800" dirty="0"/>
              <a:t>Relationship Between Pricing and Ratings</a:t>
            </a:r>
            <a:endParaRPr dirty="0"/>
          </a:p>
        </p:txBody>
      </p:sp>
      <p:sp>
        <p:nvSpPr>
          <p:cNvPr id="5" name="Google Shape;211;p22">
            <a:extLst>
              <a:ext uri="{FF2B5EF4-FFF2-40B4-BE49-F238E27FC236}">
                <a16:creationId xmlns:a16="http://schemas.microsoft.com/office/drawing/2014/main" id="{1F2C2189-20E0-0EF0-B9FF-13B40F61465D}"/>
              </a:ext>
            </a:extLst>
          </p:cNvPr>
          <p:cNvSpPr/>
          <p:nvPr/>
        </p:nvSpPr>
        <p:spPr>
          <a:xfrm>
            <a:off x="706463" y="2820417"/>
            <a:ext cx="181456" cy="181456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2;p22">
            <a:extLst>
              <a:ext uri="{FF2B5EF4-FFF2-40B4-BE49-F238E27FC236}">
                <a16:creationId xmlns:a16="http://schemas.microsoft.com/office/drawing/2014/main" id="{2F9EFB97-024E-6284-EE46-F55169D33BED}"/>
              </a:ext>
            </a:extLst>
          </p:cNvPr>
          <p:cNvSpPr txBox="1"/>
          <p:nvPr/>
        </p:nvSpPr>
        <p:spPr>
          <a:xfrm>
            <a:off x="937706" y="2748068"/>
            <a:ext cx="7858822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/>
            <a:r>
              <a:rPr lang="en-US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Price shows only a mild influence on customer feedback</a:t>
            </a:r>
            <a:endParaRPr lang="en-IN" sz="1200" dirty="0">
              <a:latin typeface="Poppins" panose="00000500000000000000" pitchFamily="2" charset="0"/>
              <a:ea typeface="Calibri" panose="020F0502020204030204" pitchFamily="34" charset="0"/>
              <a:cs typeface="Poppins" panose="00000500000000000000" pitchFamily="2" charset="0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8810625-2023-D8AB-080B-6DE74035B8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8797313"/>
              </p:ext>
            </p:extLst>
          </p:nvPr>
        </p:nvGraphicFramePr>
        <p:xfrm>
          <a:off x="891577" y="3373074"/>
          <a:ext cx="6493378" cy="28182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616552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923222C4-7226-A6B0-35ED-418F49EB9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2">
            <a:extLst>
              <a:ext uri="{FF2B5EF4-FFF2-40B4-BE49-F238E27FC236}">
                <a16:creationId xmlns:a16="http://schemas.microsoft.com/office/drawing/2014/main" id="{571CF5C8-FBE5-D7F3-5344-69AFF4EBC8B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20091" y="-16364"/>
            <a:ext cx="317190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2">
            <a:extLst>
              <a:ext uri="{FF2B5EF4-FFF2-40B4-BE49-F238E27FC236}">
                <a16:creationId xmlns:a16="http://schemas.microsoft.com/office/drawing/2014/main" id="{A9B1BEA3-4B8E-00CA-F253-C7F444EB5EB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8199422" y="628962"/>
            <a:ext cx="356384" cy="178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2">
            <a:extLst>
              <a:ext uri="{FF2B5EF4-FFF2-40B4-BE49-F238E27FC236}">
                <a16:creationId xmlns:a16="http://schemas.microsoft.com/office/drawing/2014/main" id="{FD979119-DDB6-4F04-4FB0-5D29DBED6EB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15726" y="464457"/>
            <a:ext cx="1544422" cy="774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>
            <a:extLst>
              <a:ext uri="{FF2B5EF4-FFF2-40B4-BE49-F238E27FC236}">
                <a16:creationId xmlns:a16="http://schemas.microsoft.com/office/drawing/2014/main" id="{2493AA37-93F5-E733-CDDF-E19F3754317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589488">
            <a:off x="533303" y="747190"/>
            <a:ext cx="202415" cy="158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2">
            <a:extLst>
              <a:ext uri="{FF2B5EF4-FFF2-40B4-BE49-F238E27FC236}">
                <a16:creationId xmlns:a16="http://schemas.microsoft.com/office/drawing/2014/main" id="{2EFE284C-5D42-1DE4-DDB7-1449A0883152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605715">
            <a:off x="6043973" y="676832"/>
            <a:ext cx="124112" cy="970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0" name="Google Shape;200;p22">
            <a:extLst>
              <a:ext uri="{FF2B5EF4-FFF2-40B4-BE49-F238E27FC236}">
                <a16:creationId xmlns:a16="http://schemas.microsoft.com/office/drawing/2014/main" id="{BE4A8A72-F807-B5E1-6714-3A859F124C62}"/>
              </a:ext>
            </a:extLst>
          </p:cNvPr>
          <p:cNvGrpSpPr/>
          <p:nvPr/>
        </p:nvGrpSpPr>
        <p:grpSpPr>
          <a:xfrm>
            <a:off x="10760641" y="2365829"/>
            <a:ext cx="685825" cy="3214201"/>
            <a:chOff x="11059391" y="2420023"/>
            <a:chExt cx="668892" cy="3134840"/>
          </a:xfrm>
        </p:grpSpPr>
        <p:sp>
          <p:nvSpPr>
            <p:cNvPr id="201" name="Google Shape;201;p22">
              <a:extLst>
                <a:ext uri="{FF2B5EF4-FFF2-40B4-BE49-F238E27FC236}">
                  <a16:creationId xmlns:a16="http://schemas.microsoft.com/office/drawing/2014/main" id="{4A333FD8-BE15-06F2-8784-4F071C56D364}"/>
                </a:ext>
              </a:extLst>
            </p:cNvPr>
            <p:cNvSpPr/>
            <p:nvPr/>
          </p:nvSpPr>
          <p:spPr>
            <a:xfrm rot="5400000">
              <a:off x="10934570" y="3523986"/>
              <a:ext cx="793785" cy="518645"/>
            </a:xfrm>
            <a:custGeom>
              <a:avLst/>
              <a:gdLst/>
              <a:ahLst/>
              <a:cxnLst/>
              <a:rect l="l" t="t" r="r" b="b"/>
              <a:pathLst>
                <a:path w="793785" h="518645" extrusionOk="0">
                  <a:moveTo>
                    <a:pt x="280968" y="516784"/>
                  </a:moveTo>
                  <a:cubicBezTo>
                    <a:pt x="287790" y="470409"/>
                    <a:pt x="294343" y="426253"/>
                    <a:pt x="300795" y="382063"/>
                  </a:cubicBezTo>
                  <a:cubicBezTo>
                    <a:pt x="309600" y="321675"/>
                    <a:pt x="318370" y="261321"/>
                    <a:pt x="327108" y="200934"/>
                  </a:cubicBezTo>
                  <a:cubicBezTo>
                    <a:pt x="328922" y="188366"/>
                    <a:pt x="329897" y="175529"/>
                    <a:pt x="316488" y="168371"/>
                  </a:cubicBezTo>
                  <a:cubicBezTo>
                    <a:pt x="302879" y="161079"/>
                    <a:pt x="291655" y="167867"/>
                    <a:pt x="281506" y="176671"/>
                  </a:cubicBezTo>
                  <a:cubicBezTo>
                    <a:pt x="238492" y="213905"/>
                    <a:pt x="214834" y="261960"/>
                    <a:pt x="205929" y="317172"/>
                  </a:cubicBezTo>
                  <a:cubicBezTo>
                    <a:pt x="196386" y="376283"/>
                    <a:pt x="188522" y="435696"/>
                    <a:pt x="180625" y="495075"/>
                  </a:cubicBezTo>
                  <a:cubicBezTo>
                    <a:pt x="178474" y="511205"/>
                    <a:pt x="172392" y="518363"/>
                    <a:pt x="154884" y="517994"/>
                  </a:cubicBezTo>
                  <a:cubicBezTo>
                    <a:pt x="104040" y="516985"/>
                    <a:pt x="53163" y="517624"/>
                    <a:pt x="0" y="517624"/>
                  </a:cubicBezTo>
                  <a:cubicBezTo>
                    <a:pt x="706" y="510399"/>
                    <a:pt x="1109" y="504014"/>
                    <a:pt x="1983" y="497730"/>
                  </a:cubicBezTo>
                  <a:cubicBezTo>
                    <a:pt x="18785" y="377459"/>
                    <a:pt x="36259" y="257255"/>
                    <a:pt x="52020" y="136850"/>
                  </a:cubicBezTo>
                  <a:cubicBezTo>
                    <a:pt x="56153" y="105362"/>
                    <a:pt x="55347" y="73169"/>
                    <a:pt x="56053" y="41278"/>
                  </a:cubicBezTo>
                  <a:cubicBezTo>
                    <a:pt x="56288" y="29987"/>
                    <a:pt x="59312" y="23233"/>
                    <a:pt x="71679" y="22258"/>
                  </a:cubicBezTo>
                  <a:cubicBezTo>
                    <a:pt x="121346" y="18461"/>
                    <a:pt x="171014" y="14294"/>
                    <a:pt x="220682" y="10362"/>
                  </a:cubicBezTo>
                  <a:cubicBezTo>
                    <a:pt x="222765" y="10194"/>
                    <a:pt x="224916" y="10900"/>
                    <a:pt x="229318" y="11505"/>
                  </a:cubicBezTo>
                  <a:lnTo>
                    <a:pt x="229318" y="147973"/>
                  </a:lnTo>
                  <a:cubicBezTo>
                    <a:pt x="237148" y="136716"/>
                    <a:pt x="245986" y="124047"/>
                    <a:pt x="254790" y="111378"/>
                  </a:cubicBezTo>
                  <a:cubicBezTo>
                    <a:pt x="280061" y="74950"/>
                    <a:pt x="311649" y="45244"/>
                    <a:pt x="349656" y="22493"/>
                  </a:cubicBezTo>
                  <a:cubicBezTo>
                    <a:pt x="358259" y="17352"/>
                    <a:pt x="367400" y="12849"/>
                    <a:pt x="376742" y="9220"/>
                  </a:cubicBezTo>
                  <a:cubicBezTo>
                    <a:pt x="448051" y="-18471"/>
                    <a:pt x="506052" y="18024"/>
                    <a:pt x="511832" y="94407"/>
                  </a:cubicBezTo>
                  <a:cubicBezTo>
                    <a:pt x="512941" y="109261"/>
                    <a:pt x="512000" y="124282"/>
                    <a:pt x="515562" y="140681"/>
                  </a:cubicBezTo>
                  <a:cubicBezTo>
                    <a:pt x="526719" y="126533"/>
                    <a:pt x="536901" y="111445"/>
                    <a:pt x="549201" y="98373"/>
                  </a:cubicBezTo>
                  <a:cubicBezTo>
                    <a:pt x="572489" y="73606"/>
                    <a:pt x="595071" y="47596"/>
                    <a:pt x="621484" y="26560"/>
                  </a:cubicBezTo>
                  <a:cubicBezTo>
                    <a:pt x="650586" y="3372"/>
                    <a:pt x="686644" y="-2441"/>
                    <a:pt x="723542" y="3137"/>
                  </a:cubicBezTo>
                  <a:cubicBezTo>
                    <a:pt x="769647" y="10093"/>
                    <a:pt x="796464" y="39833"/>
                    <a:pt x="793574" y="86342"/>
                  </a:cubicBezTo>
                  <a:cubicBezTo>
                    <a:pt x="790112" y="142126"/>
                    <a:pt x="784097" y="197876"/>
                    <a:pt x="776099" y="253223"/>
                  </a:cubicBezTo>
                  <a:cubicBezTo>
                    <a:pt x="764573" y="332967"/>
                    <a:pt x="750291" y="412307"/>
                    <a:pt x="737118" y="491849"/>
                  </a:cubicBezTo>
                  <a:cubicBezTo>
                    <a:pt x="733455" y="514028"/>
                    <a:pt x="730195" y="517456"/>
                    <a:pt x="708050" y="517758"/>
                  </a:cubicBezTo>
                  <a:cubicBezTo>
                    <a:pt x="666615" y="518363"/>
                    <a:pt x="625181" y="517758"/>
                    <a:pt x="583780" y="518632"/>
                  </a:cubicBezTo>
                  <a:cubicBezTo>
                    <a:pt x="568691" y="518968"/>
                    <a:pt x="566104" y="513121"/>
                    <a:pt x="567986" y="499545"/>
                  </a:cubicBezTo>
                  <a:cubicBezTo>
                    <a:pt x="581293" y="403066"/>
                    <a:pt x="594063" y="306486"/>
                    <a:pt x="606933" y="209940"/>
                  </a:cubicBezTo>
                  <a:cubicBezTo>
                    <a:pt x="607908" y="202715"/>
                    <a:pt x="608714" y="195490"/>
                    <a:pt x="609017" y="188231"/>
                  </a:cubicBezTo>
                  <a:cubicBezTo>
                    <a:pt x="609991" y="165616"/>
                    <a:pt x="601254" y="159768"/>
                    <a:pt x="580352" y="169514"/>
                  </a:cubicBezTo>
                  <a:cubicBezTo>
                    <a:pt x="551015" y="183191"/>
                    <a:pt x="532835" y="207924"/>
                    <a:pt x="517444" y="235009"/>
                  </a:cubicBezTo>
                  <a:cubicBezTo>
                    <a:pt x="490762" y="282022"/>
                    <a:pt x="484747" y="334378"/>
                    <a:pt x="478328" y="386734"/>
                  </a:cubicBezTo>
                  <a:cubicBezTo>
                    <a:pt x="473489" y="426186"/>
                    <a:pt x="467407" y="465470"/>
                    <a:pt x="462265" y="504854"/>
                  </a:cubicBezTo>
                  <a:cubicBezTo>
                    <a:pt x="461257" y="512617"/>
                    <a:pt x="459308" y="516985"/>
                    <a:pt x="450235" y="516918"/>
                  </a:cubicBezTo>
                  <a:cubicBezTo>
                    <a:pt x="394855" y="516616"/>
                    <a:pt x="339474" y="516784"/>
                    <a:pt x="281036" y="51678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22">
              <a:extLst>
                <a:ext uri="{FF2B5EF4-FFF2-40B4-BE49-F238E27FC236}">
                  <a16:creationId xmlns:a16="http://schemas.microsoft.com/office/drawing/2014/main" id="{D0882D94-5964-0DF3-E928-63F37AA8639D}"/>
                </a:ext>
              </a:extLst>
            </p:cNvPr>
            <p:cNvSpPr/>
            <p:nvPr/>
          </p:nvSpPr>
          <p:spPr>
            <a:xfrm rot="5400000">
              <a:off x="11081233" y="5041760"/>
              <a:ext cx="492264" cy="533941"/>
            </a:xfrm>
            <a:custGeom>
              <a:avLst/>
              <a:gdLst/>
              <a:ahLst/>
              <a:cxnLst/>
              <a:rect l="l" t="t" r="r" b="b"/>
              <a:pathLst>
                <a:path w="492264" h="533941" extrusionOk="0">
                  <a:moveTo>
                    <a:pt x="263042" y="100"/>
                  </a:moveTo>
                  <a:cubicBezTo>
                    <a:pt x="400048" y="-3327"/>
                    <a:pt x="488730" y="81457"/>
                    <a:pt x="492091" y="204484"/>
                  </a:cubicBezTo>
                  <a:cubicBezTo>
                    <a:pt x="494914" y="308389"/>
                    <a:pt x="463594" y="398550"/>
                    <a:pt x="385094" y="469288"/>
                  </a:cubicBezTo>
                  <a:cubicBezTo>
                    <a:pt x="308072" y="538648"/>
                    <a:pt x="186961" y="554073"/>
                    <a:pt x="101672" y="506455"/>
                  </a:cubicBezTo>
                  <a:cubicBezTo>
                    <a:pt x="38798" y="471372"/>
                    <a:pt x="9562" y="414042"/>
                    <a:pt x="2303" y="345993"/>
                  </a:cubicBezTo>
                  <a:cubicBezTo>
                    <a:pt x="-10870" y="222798"/>
                    <a:pt x="32514" y="121850"/>
                    <a:pt x="131244" y="46273"/>
                  </a:cubicBezTo>
                  <a:cubicBezTo>
                    <a:pt x="174023" y="13509"/>
                    <a:pt x="223892" y="67"/>
                    <a:pt x="263109" y="100"/>
                  </a:cubicBezTo>
                  <a:close/>
                  <a:moveTo>
                    <a:pt x="171906" y="303516"/>
                  </a:moveTo>
                  <a:cubicBezTo>
                    <a:pt x="177585" y="326065"/>
                    <a:pt x="180979" y="349588"/>
                    <a:pt x="189582" y="370961"/>
                  </a:cubicBezTo>
                  <a:cubicBezTo>
                    <a:pt x="199730" y="396198"/>
                    <a:pt x="223489" y="403053"/>
                    <a:pt x="246273" y="388133"/>
                  </a:cubicBezTo>
                  <a:cubicBezTo>
                    <a:pt x="258875" y="379866"/>
                    <a:pt x="271073" y="368071"/>
                    <a:pt x="278365" y="355032"/>
                  </a:cubicBezTo>
                  <a:cubicBezTo>
                    <a:pt x="309954" y="298610"/>
                    <a:pt x="314591" y="238424"/>
                    <a:pt x="297486" y="176457"/>
                  </a:cubicBezTo>
                  <a:cubicBezTo>
                    <a:pt x="292378" y="157975"/>
                    <a:pt x="279777" y="146784"/>
                    <a:pt x="260555" y="144533"/>
                  </a:cubicBezTo>
                  <a:cubicBezTo>
                    <a:pt x="241467" y="142315"/>
                    <a:pt x="226950" y="150279"/>
                    <a:pt x="216634" y="166376"/>
                  </a:cubicBezTo>
                  <a:cubicBezTo>
                    <a:pt x="190086" y="207911"/>
                    <a:pt x="175535" y="253076"/>
                    <a:pt x="171939" y="3035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22">
              <a:extLst>
                <a:ext uri="{FF2B5EF4-FFF2-40B4-BE49-F238E27FC236}">
                  <a16:creationId xmlns:a16="http://schemas.microsoft.com/office/drawing/2014/main" id="{2FA030D4-F2E4-4250-4C18-A289BF46DE27}"/>
                </a:ext>
              </a:extLst>
            </p:cNvPr>
            <p:cNvSpPr/>
            <p:nvPr/>
          </p:nvSpPr>
          <p:spPr>
            <a:xfrm rot="5400000">
              <a:off x="11081802" y="2871110"/>
              <a:ext cx="485200" cy="530022"/>
            </a:xfrm>
            <a:custGeom>
              <a:avLst/>
              <a:gdLst/>
              <a:ahLst/>
              <a:cxnLst/>
              <a:rect l="l" t="t" r="r" b="b"/>
              <a:pathLst>
                <a:path w="485200" h="530022" extrusionOk="0">
                  <a:moveTo>
                    <a:pt x="485200" y="223253"/>
                  </a:moveTo>
                  <a:cubicBezTo>
                    <a:pt x="484125" y="348766"/>
                    <a:pt x="431970" y="445413"/>
                    <a:pt x="319496" y="503751"/>
                  </a:cubicBezTo>
                  <a:cubicBezTo>
                    <a:pt x="254739" y="537355"/>
                    <a:pt x="185111" y="537994"/>
                    <a:pt x="117666" y="509833"/>
                  </a:cubicBezTo>
                  <a:cubicBezTo>
                    <a:pt x="50255" y="481706"/>
                    <a:pt x="16281" y="426763"/>
                    <a:pt x="4620" y="356226"/>
                  </a:cubicBezTo>
                  <a:cubicBezTo>
                    <a:pt x="-17021" y="225370"/>
                    <a:pt x="38460" y="100495"/>
                    <a:pt x="148112" y="34328"/>
                  </a:cubicBezTo>
                  <a:cubicBezTo>
                    <a:pt x="238408" y="-20145"/>
                    <a:pt x="361064" y="-8720"/>
                    <a:pt x="429887" y="61010"/>
                  </a:cubicBezTo>
                  <a:cubicBezTo>
                    <a:pt x="470582" y="102209"/>
                    <a:pt x="484192" y="153691"/>
                    <a:pt x="485133" y="209777"/>
                  </a:cubicBezTo>
                  <a:cubicBezTo>
                    <a:pt x="485200" y="214247"/>
                    <a:pt x="485133" y="218750"/>
                    <a:pt x="485133" y="223219"/>
                  </a:cubicBezTo>
                  <a:close/>
                  <a:moveTo>
                    <a:pt x="306759" y="223824"/>
                  </a:moveTo>
                  <a:cubicBezTo>
                    <a:pt x="305281" y="213642"/>
                    <a:pt x="303668" y="195764"/>
                    <a:pt x="299837" y="178391"/>
                  </a:cubicBezTo>
                  <a:cubicBezTo>
                    <a:pt x="295267" y="157623"/>
                    <a:pt x="283001" y="143274"/>
                    <a:pt x="260587" y="140048"/>
                  </a:cubicBezTo>
                  <a:cubicBezTo>
                    <a:pt x="239550" y="137023"/>
                    <a:pt x="224764" y="147273"/>
                    <a:pt x="213977" y="163638"/>
                  </a:cubicBezTo>
                  <a:cubicBezTo>
                    <a:pt x="173920" y="224530"/>
                    <a:pt x="165956" y="290563"/>
                    <a:pt x="185884" y="359788"/>
                  </a:cubicBezTo>
                  <a:cubicBezTo>
                    <a:pt x="194520" y="389764"/>
                    <a:pt x="229233" y="400181"/>
                    <a:pt x="253698" y="380254"/>
                  </a:cubicBezTo>
                  <a:cubicBezTo>
                    <a:pt x="265426" y="370710"/>
                    <a:pt x="274768" y="357067"/>
                    <a:pt x="282161" y="343625"/>
                  </a:cubicBezTo>
                  <a:cubicBezTo>
                    <a:pt x="301315" y="308911"/>
                    <a:pt x="305247" y="270367"/>
                    <a:pt x="306759" y="22379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22">
              <a:extLst>
                <a:ext uri="{FF2B5EF4-FFF2-40B4-BE49-F238E27FC236}">
                  <a16:creationId xmlns:a16="http://schemas.microsoft.com/office/drawing/2014/main" id="{EBF920C5-7B7D-C2FC-E76A-C7492B1D9446}"/>
                </a:ext>
              </a:extLst>
            </p:cNvPr>
            <p:cNvSpPr/>
            <p:nvPr/>
          </p:nvSpPr>
          <p:spPr>
            <a:xfrm rot="5400000">
              <a:off x="11093113" y="4169783"/>
              <a:ext cx="489008" cy="532002"/>
            </a:xfrm>
            <a:custGeom>
              <a:avLst/>
              <a:gdLst/>
              <a:ahLst/>
              <a:cxnLst/>
              <a:rect l="l" t="t" r="r" b="b"/>
              <a:pathLst>
                <a:path w="489008" h="532002" extrusionOk="0">
                  <a:moveTo>
                    <a:pt x="288799" y="525382"/>
                  </a:moveTo>
                  <a:cubicBezTo>
                    <a:pt x="292765" y="500717"/>
                    <a:pt x="296327" y="478403"/>
                    <a:pt x="299687" y="457602"/>
                  </a:cubicBezTo>
                  <a:cubicBezTo>
                    <a:pt x="292294" y="464020"/>
                    <a:pt x="284162" y="470741"/>
                    <a:pt x="276433" y="477933"/>
                  </a:cubicBezTo>
                  <a:cubicBezTo>
                    <a:pt x="229857" y="521047"/>
                    <a:pt x="173603" y="536808"/>
                    <a:pt x="112173" y="530759"/>
                  </a:cubicBezTo>
                  <a:cubicBezTo>
                    <a:pt x="41267" y="523769"/>
                    <a:pt x="-3931" y="464726"/>
                    <a:pt x="270" y="389989"/>
                  </a:cubicBezTo>
                  <a:cubicBezTo>
                    <a:pt x="5579" y="295359"/>
                    <a:pt x="66437" y="229494"/>
                    <a:pt x="167050" y="216690"/>
                  </a:cubicBezTo>
                  <a:cubicBezTo>
                    <a:pt x="215003" y="210608"/>
                    <a:pt x="264167" y="212590"/>
                    <a:pt x="312726" y="213330"/>
                  </a:cubicBezTo>
                  <a:cubicBezTo>
                    <a:pt x="331175" y="213599"/>
                    <a:pt x="335644" y="206239"/>
                    <a:pt x="337022" y="190680"/>
                  </a:cubicBezTo>
                  <a:cubicBezTo>
                    <a:pt x="340181" y="155026"/>
                    <a:pt x="318170" y="129049"/>
                    <a:pt x="280062" y="125857"/>
                  </a:cubicBezTo>
                  <a:cubicBezTo>
                    <a:pt x="236174" y="122160"/>
                    <a:pt x="194370" y="131805"/>
                    <a:pt x="153843" y="147767"/>
                  </a:cubicBezTo>
                  <a:cubicBezTo>
                    <a:pt x="138351" y="153850"/>
                    <a:pt x="123229" y="160873"/>
                    <a:pt x="105620" y="168434"/>
                  </a:cubicBezTo>
                  <a:cubicBezTo>
                    <a:pt x="95371" y="136644"/>
                    <a:pt x="84618" y="106198"/>
                    <a:pt x="76351" y="75080"/>
                  </a:cubicBezTo>
                  <a:cubicBezTo>
                    <a:pt x="74771" y="69065"/>
                    <a:pt x="81055" y="56564"/>
                    <a:pt x="86970" y="53641"/>
                  </a:cubicBezTo>
                  <a:cubicBezTo>
                    <a:pt x="178005" y="8610"/>
                    <a:pt x="273207" y="-14409"/>
                    <a:pt x="374491" y="9753"/>
                  </a:cubicBezTo>
                  <a:cubicBezTo>
                    <a:pt x="454806" y="28908"/>
                    <a:pt x="494594" y="83414"/>
                    <a:pt x="488377" y="167695"/>
                  </a:cubicBezTo>
                  <a:cubicBezTo>
                    <a:pt x="483168" y="238533"/>
                    <a:pt x="472986" y="308969"/>
                    <a:pt x="465526" y="379639"/>
                  </a:cubicBezTo>
                  <a:cubicBezTo>
                    <a:pt x="461225" y="420200"/>
                    <a:pt x="457696" y="460861"/>
                    <a:pt x="454369" y="501523"/>
                  </a:cubicBezTo>
                  <a:cubicBezTo>
                    <a:pt x="452689" y="522257"/>
                    <a:pt x="450034" y="525382"/>
                    <a:pt x="429065" y="525382"/>
                  </a:cubicBezTo>
                  <a:cubicBezTo>
                    <a:pt x="383262" y="525416"/>
                    <a:pt x="337492" y="525382"/>
                    <a:pt x="288866" y="525382"/>
                  </a:cubicBezTo>
                  <a:close/>
                  <a:moveTo>
                    <a:pt x="322908" y="299593"/>
                  </a:moveTo>
                  <a:cubicBezTo>
                    <a:pt x="284263" y="291897"/>
                    <a:pt x="247701" y="288839"/>
                    <a:pt x="211038" y="297106"/>
                  </a:cubicBezTo>
                  <a:cubicBezTo>
                    <a:pt x="187582" y="302416"/>
                    <a:pt x="166814" y="313270"/>
                    <a:pt x="151121" y="331954"/>
                  </a:cubicBezTo>
                  <a:cubicBezTo>
                    <a:pt x="119633" y="369490"/>
                    <a:pt x="138385" y="422014"/>
                    <a:pt x="186204" y="431625"/>
                  </a:cubicBezTo>
                  <a:cubicBezTo>
                    <a:pt x="209963" y="436397"/>
                    <a:pt x="232041" y="432398"/>
                    <a:pt x="252237" y="419662"/>
                  </a:cubicBezTo>
                  <a:cubicBezTo>
                    <a:pt x="295621" y="392274"/>
                    <a:pt x="316086" y="351109"/>
                    <a:pt x="322908" y="2995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22">
              <a:extLst>
                <a:ext uri="{FF2B5EF4-FFF2-40B4-BE49-F238E27FC236}">
                  <a16:creationId xmlns:a16="http://schemas.microsoft.com/office/drawing/2014/main" id="{2DA5C054-893C-2C7A-73A2-C007E3501A5D}"/>
                </a:ext>
              </a:extLst>
            </p:cNvPr>
            <p:cNvSpPr/>
            <p:nvPr/>
          </p:nvSpPr>
          <p:spPr>
            <a:xfrm rot="5400000">
              <a:off x="11086918" y="2411877"/>
              <a:ext cx="478841" cy="495132"/>
            </a:xfrm>
            <a:custGeom>
              <a:avLst/>
              <a:gdLst/>
              <a:ahLst/>
              <a:cxnLst/>
              <a:rect l="l" t="t" r="r" b="b"/>
              <a:pathLst>
                <a:path w="478841" h="495132" extrusionOk="0">
                  <a:moveTo>
                    <a:pt x="232200" y="149406"/>
                  </a:moveTo>
                  <a:lnTo>
                    <a:pt x="54297" y="149406"/>
                  </a:lnTo>
                  <a:cubicBezTo>
                    <a:pt x="61891" y="98495"/>
                    <a:pt x="69184" y="49634"/>
                    <a:pt x="76577" y="0"/>
                  </a:cubicBezTo>
                  <a:lnTo>
                    <a:pt x="478522" y="0"/>
                  </a:lnTo>
                  <a:cubicBezTo>
                    <a:pt x="478522" y="23893"/>
                    <a:pt x="479395" y="46744"/>
                    <a:pt x="478253" y="69461"/>
                  </a:cubicBezTo>
                  <a:cubicBezTo>
                    <a:pt x="477211" y="90497"/>
                    <a:pt x="466122" y="106964"/>
                    <a:pt x="451873" y="122321"/>
                  </a:cubicBezTo>
                  <a:cubicBezTo>
                    <a:pt x="385941" y="193260"/>
                    <a:pt x="320613" y="264737"/>
                    <a:pt x="255084" y="336046"/>
                  </a:cubicBezTo>
                  <a:cubicBezTo>
                    <a:pt x="253606" y="337659"/>
                    <a:pt x="252430" y="339541"/>
                    <a:pt x="249304" y="343742"/>
                  </a:cubicBezTo>
                  <a:lnTo>
                    <a:pt x="438163" y="343742"/>
                  </a:lnTo>
                  <a:cubicBezTo>
                    <a:pt x="436382" y="354764"/>
                    <a:pt x="435138" y="363400"/>
                    <a:pt x="433626" y="371970"/>
                  </a:cubicBezTo>
                  <a:cubicBezTo>
                    <a:pt x="427476" y="406112"/>
                    <a:pt x="420453" y="440153"/>
                    <a:pt x="415412" y="474464"/>
                  </a:cubicBezTo>
                  <a:cubicBezTo>
                    <a:pt x="413093" y="490291"/>
                    <a:pt x="407280" y="495231"/>
                    <a:pt x="390847" y="495131"/>
                  </a:cubicBezTo>
                  <a:cubicBezTo>
                    <a:pt x="267653" y="494358"/>
                    <a:pt x="144492" y="494727"/>
                    <a:pt x="21297" y="494727"/>
                  </a:cubicBezTo>
                  <a:cubicBezTo>
                    <a:pt x="18508" y="494727"/>
                    <a:pt x="15685" y="494458"/>
                    <a:pt x="12896" y="494727"/>
                  </a:cubicBezTo>
                  <a:cubicBezTo>
                    <a:pt x="3318" y="495769"/>
                    <a:pt x="-109" y="491098"/>
                    <a:pt x="59" y="482058"/>
                  </a:cubicBezTo>
                  <a:cubicBezTo>
                    <a:pt x="462" y="459106"/>
                    <a:pt x="-983" y="435986"/>
                    <a:pt x="1504" y="413303"/>
                  </a:cubicBezTo>
                  <a:cubicBezTo>
                    <a:pt x="2613" y="403323"/>
                    <a:pt x="9905" y="392771"/>
                    <a:pt x="17063" y="384907"/>
                  </a:cubicBezTo>
                  <a:cubicBezTo>
                    <a:pt x="83298" y="311952"/>
                    <a:pt x="150137" y="239534"/>
                    <a:pt x="216775" y="166948"/>
                  </a:cubicBezTo>
                  <a:cubicBezTo>
                    <a:pt x="220909" y="162445"/>
                    <a:pt x="224840" y="157774"/>
                    <a:pt x="232166" y="14940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22">
              <a:extLst>
                <a:ext uri="{FF2B5EF4-FFF2-40B4-BE49-F238E27FC236}">
                  <a16:creationId xmlns:a16="http://schemas.microsoft.com/office/drawing/2014/main" id="{C45508B4-4256-C158-499F-087D2A560544}"/>
                </a:ext>
              </a:extLst>
            </p:cNvPr>
            <p:cNvSpPr/>
            <p:nvPr/>
          </p:nvSpPr>
          <p:spPr>
            <a:xfrm rot="5400000">
              <a:off x="11219643" y="4563687"/>
              <a:ext cx="353756" cy="663525"/>
            </a:xfrm>
            <a:custGeom>
              <a:avLst/>
              <a:gdLst/>
              <a:ahLst/>
              <a:cxnLst/>
              <a:rect l="l" t="t" r="r" b="b"/>
              <a:pathLst>
                <a:path w="353756" h="663525" extrusionOk="0">
                  <a:moveTo>
                    <a:pt x="353756" y="158950"/>
                  </a:moveTo>
                  <a:cubicBezTo>
                    <a:pt x="347069" y="200216"/>
                    <a:pt x="341255" y="238257"/>
                    <a:pt x="334232" y="276096"/>
                  </a:cubicBezTo>
                  <a:cubicBezTo>
                    <a:pt x="333627" y="279456"/>
                    <a:pt x="325360" y="283455"/>
                    <a:pt x="320521" y="283589"/>
                  </a:cubicBezTo>
                  <a:cubicBezTo>
                    <a:pt x="295351" y="284262"/>
                    <a:pt x="270148" y="284530"/>
                    <a:pt x="244978" y="283455"/>
                  </a:cubicBezTo>
                  <a:cubicBezTo>
                    <a:pt x="231234" y="282884"/>
                    <a:pt x="224647" y="286748"/>
                    <a:pt x="222832" y="301198"/>
                  </a:cubicBezTo>
                  <a:cubicBezTo>
                    <a:pt x="215137" y="363367"/>
                    <a:pt x="206198" y="425401"/>
                    <a:pt x="198503" y="487603"/>
                  </a:cubicBezTo>
                  <a:cubicBezTo>
                    <a:pt x="194537" y="519662"/>
                    <a:pt x="208080" y="531558"/>
                    <a:pt x="239870" y="524367"/>
                  </a:cubicBezTo>
                  <a:cubicBezTo>
                    <a:pt x="262183" y="519326"/>
                    <a:pt x="284094" y="512571"/>
                    <a:pt x="308793" y="505850"/>
                  </a:cubicBezTo>
                  <a:cubicBezTo>
                    <a:pt x="308255" y="512302"/>
                    <a:pt x="307987" y="517444"/>
                    <a:pt x="307348" y="522552"/>
                  </a:cubicBezTo>
                  <a:cubicBezTo>
                    <a:pt x="304626" y="544193"/>
                    <a:pt x="301232" y="565734"/>
                    <a:pt x="299115" y="587442"/>
                  </a:cubicBezTo>
                  <a:cubicBezTo>
                    <a:pt x="296931" y="610025"/>
                    <a:pt x="286816" y="627734"/>
                    <a:pt x="266082" y="636337"/>
                  </a:cubicBezTo>
                  <a:cubicBezTo>
                    <a:pt x="210365" y="659424"/>
                    <a:pt x="152800" y="671622"/>
                    <a:pt x="92480" y="657508"/>
                  </a:cubicBezTo>
                  <a:cubicBezTo>
                    <a:pt x="45400" y="646486"/>
                    <a:pt x="19692" y="614662"/>
                    <a:pt x="23759" y="566372"/>
                  </a:cubicBezTo>
                  <a:cubicBezTo>
                    <a:pt x="31286" y="477219"/>
                    <a:pt x="41569" y="388301"/>
                    <a:pt x="50709" y="299316"/>
                  </a:cubicBezTo>
                  <a:cubicBezTo>
                    <a:pt x="51180" y="294914"/>
                    <a:pt x="51785" y="290512"/>
                    <a:pt x="52558" y="283925"/>
                  </a:cubicBezTo>
                  <a:lnTo>
                    <a:pt x="0" y="283925"/>
                  </a:lnTo>
                  <a:cubicBezTo>
                    <a:pt x="3562" y="254051"/>
                    <a:pt x="6855" y="226495"/>
                    <a:pt x="10149" y="198939"/>
                  </a:cubicBezTo>
                  <a:cubicBezTo>
                    <a:pt x="10216" y="198368"/>
                    <a:pt x="10350" y="197830"/>
                    <a:pt x="10418" y="197293"/>
                  </a:cubicBezTo>
                  <a:cubicBezTo>
                    <a:pt x="16298" y="156799"/>
                    <a:pt x="16231" y="156564"/>
                    <a:pt x="56826" y="149305"/>
                  </a:cubicBezTo>
                  <a:cubicBezTo>
                    <a:pt x="68856" y="147155"/>
                    <a:pt x="76081" y="140971"/>
                    <a:pt x="78635" y="129311"/>
                  </a:cubicBezTo>
                  <a:cubicBezTo>
                    <a:pt x="81290" y="117314"/>
                    <a:pt x="83104" y="105082"/>
                    <a:pt x="86095" y="93186"/>
                  </a:cubicBezTo>
                  <a:cubicBezTo>
                    <a:pt x="91136" y="73090"/>
                    <a:pt x="102326" y="56489"/>
                    <a:pt x="121850" y="49298"/>
                  </a:cubicBezTo>
                  <a:cubicBezTo>
                    <a:pt x="167889" y="32328"/>
                    <a:pt x="214532" y="17071"/>
                    <a:pt x="264200" y="0"/>
                  </a:cubicBezTo>
                  <a:cubicBezTo>
                    <a:pt x="257613" y="53566"/>
                    <a:pt x="251296" y="105250"/>
                    <a:pt x="244709" y="158950"/>
                  </a:cubicBezTo>
                  <a:lnTo>
                    <a:pt x="353622" y="1589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7" name="Google Shape;207;p22">
            <a:extLst>
              <a:ext uri="{FF2B5EF4-FFF2-40B4-BE49-F238E27FC236}">
                <a16:creationId xmlns:a16="http://schemas.microsoft.com/office/drawing/2014/main" id="{E2A8928E-1356-684C-07C4-A84FCF6AFD3A}"/>
              </a:ext>
            </a:extLst>
          </p:cNvPr>
          <p:cNvSpPr/>
          <p:nvPr/>
        </p:nvSpPr>
        <p:spPr>
          <a:xfrm>
            <a:off x="710121" y="1678265"/>
            <a:ext cx="181456" cy="181456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>
            <a:extLst>
              <a:ext uri="{FF2B5EF4-FFF2-40B4-BE49-F238E27FC236}">
                <a16:creationId xmlns:a16="http://schemas.microsoft.com/office/drawing/2014/main" id="{BB815C64-AE1B-1E35-95EC-05706F089313}"/>
              </a:ext>
            </a:extLst>
          </p:cNvPr>
          <p:cNvSpPr txBox="1"/>
          <p:nvPr/>
        </p:nvSpPr>
        <p:spPr>
          <a:xfrm>
            <a:off x="940208" y="1615105"/>
            <a:ext cx="8562607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/>
            <a:r>
              <a:rPr lang="en-IN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Cafe cuisine has the highest presence, indicating strong customer demand(Suggested counties)</a:t>
            </a:r>
            <a:endParaRPr lang="en-IN" sz="1200" dirty="0">
              <a:latin typeface="Poppins" panose="00000500000000000000" pitchFamily="2" charset="0"/>
              <a:ea typeface="Calibri" panose="020F0502020204030204" pitchFamily="34" charset="0"/>
              <a:cs typeface="Poppins" panose="00000500000000000000" pitchFamily="2" charset="0"/>
            </a:endParaRPr>
          </a:p>
        </p:txBody>
      </p:sp>
      <p:sp>
        <p:nvSpPr>
          <p:cNvPr id="209" name="Google Shape;209;p22">
            <a:extLst>
              <a:ext uri="{FF2B5EF4-FFF2-40B4-BE49-F238E27FC236}">
                <a16:creationId xmlns:a16="http://schemas.microsoft.com/office/drawing/2014/main" id="{418136AC-2BEB-4C37-B005-80FF9644878B}"/>
              </a:ext>
            </a:extLst>
          </p:cNvPr>
          <p:cNvSpPr/>
          <p:nvPr/>
        </p:nvSpPr>
        <p:spPr>
          <a:xfrm>
            <a:off x="710121" y="2264184"/>
            <a:ext cx="181456" cy="181456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>
            <a:extLst>
              <a:ext uri="{FF2B5EF4-FFF2-40B4-BE49-F238E27FC236}">
                <a16:creationId xmlns:a16="http://schemas.microsoft.com/office/drawing/2014/main" id="{8802F8A7-9081-3D9C-7A5A-283BDEE4DE25}"/>
              </a:ext>
            </a:extLst>
          </p:cNvPr>
          <p:cNvSpPr txBox="1"/>
          <p:nvPr/>
        </p:nvSpPr>
        <p:spPr>
          <a:xfrm>
            <a:off x="940209" y="2201024"/>
            <a:ext cx="6988448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/>
            <a:r>
              <a:rPr lang="en-US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Café, Desserts, Italian, and Chinese cuisines score higher</a:t>
            </a:r>
            <a:endParaRPr lang="en-IN" sz="1200" dirty="0">
              <a:latin typeface="Poppins" panose="00000500000000000000" pitchFamily="2" charset="0"/>
              <a:ea typeface="Calibri" panose="020F0502020204030204" pitchFamily="34" charset="0"/>
              <a:cs typeface="Poppins" panose="00000500000000000000" pitchFamily="2" charset="0"/>
            </a:endParaRPr>
          </a:p>
        </p:txBody>
      </p:sp>
      <p:sp>
        <p:nvSpPr>
          <p:cNvPr id="211" name="Google Shape;211;p22">
            <a:extLst>
              <a:ext uri="{FF2B5EF4-FFF2-40B4-BE49-F238E27FC236}">
                <a16:creationId xmlns:a16="http://schemas.microsoft.com/office/drawing/2014/main" id="{58BDB947-AD1A-8F06-6B24-F63F1A74D292}"/>
              </a:ext>
            </a:extLst>
          </p:cNvPr>
          <p:cNvSpPr/>
          <p:nvPr/>
        </p:nvSpPr>
        <p:spPr>
          <a:xfrm>
            <a:off x="710121" y="2696215"/>
            <a:ext cx="181456" cy="181456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>
            <a:extLst>
              <a:ext uri="{FF2B5EF4-FFF2-40B4-BE49-F238E27FC236}">
                <a16:creationId xmlns:a16="http://schemas.microsoft.com/office/drawing/2014/main" id="{AEF294B1-1AF2-41BE-88E1-64069FD37990}"/>
              </a:ext>
            </a:extLst>
          </p:cNvPr>
          <p:cNvSpPr txBox="1"/>
          <p:nvPr/>
        </p:nvSpPr>
        <p:spPr>
          <a:xfrm>
            <a:off x="940208" y="2638009"/>
            <a:ext cx="9375517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/>
            <a:r>
              <a:rPr lang="en-IN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Prioritize Cafe cuisine for expansion due to high demand and stable performance.</a:t>
            </a:r>
          </a:p>
        </p:txBody>
      </p:sp>
      <p:sp>
        <p:nvSpPr>
          <p:cNvPr id="231" name="Google Shape;231;p22">
            <a:extLst>
              <a:ext uri="{FF2B5EF4-FFF2-40B4-BE49-F238E27FC236}">
                <a16:creationId xmlns:a16="http://schemas.microsoft.com/office/drawing/2014/main" id="{D3A0DFE5-84F0-ABF2-6215-A9C4116AA5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8499" y="592137"/>
            <a:ext cx="5935981" cy="757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dirty="0"/>
              <a:t>Cuisine Preference Analysis</a:t>
            </a:r>
            <a:br>
              <a:rPr lang="en-IN" dirty="0"/>
            </a:br>
            <a:r>
              <a:rPr lang="en-IN" sz="1800" dirty="0"/>
              <a:t>Cuisine Distribution &amp; Ratings</a:t>
            </a:r>
            <a:endParaRPr dirty="0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4919B162-52D4-4A5F-A216-8AB7EE8D69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8958177"/>
              </p:ext>
            </p:extLst>
          </p:nvPr>
        </p:nvGraphicFramePr>
        <p:xfrm>
          <a:off x="357186" y="3017186"/>
          <a:ext cx="6535872" cy="34050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843003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0A772D90-0471-B2DC-0238-FC020DB72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2">
            <a:extLst>
              <a:ext uri="{FF2B5EF4-FFF2-40B4-BE49-F238E27FC236}">
                <a16:creationId xmlns:a16="http://schemas.microsoft.com/office/drawing/2014/main" id="{20B1F23D-C811-4BD7-39FE-9155D29CC4D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20091" y="-16364"/>
            <a:ext cx="317190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2">
            <a:extLst>
              <a:ext uri="{FF2B5EF4-FFF2-40B4-BE49-F238E27FC236}">
                <a16:creationId xmlns:a16="http://schemas.microsoft.com/office/drawing/2014/main" id="{E604598F-CC44-44F2-3FE9-846E30FF809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8199422" y="628962"/>
            <a:ext cx="356384" cy="178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2">
            <a:extLst>
              <a:ext uri="{FF2B5EF4-FFF2-40B4-BE49-F238E27FC236}">
                <a16:creationId xmlns:a16="http://schemas.microsoft.com/office/drawing/2014/main" id="{A3634B22-0AA1-1DE1-B0A4-1AF7EA8CFAA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15726" y="464457"/>
            <a:ext cx="1544422" cy="774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>
            <a:extLst>
              <a:ext uri="{FF2B5EF4-FFF2-40B4-BE49-F238E27FC236}">
                <a16:creationId xmlns:a16="http://schemas.microsoft.com/office/drawing/2014/main" id="{0627CCBB-6563-A159-E755-FE7A62E11D2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589488">
            <a:off x="533303" y="747190"/>
            <a:ext cx="202415" cy="158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2">
            <a:extLst>
              <a:ext uri="{FF2B5EF4-FFF2-40B4-BE49-F238E27FC236}">
                <a16:creationId xmlns:a16="http://schemas.microsoft.com/office/drawing/2014/main" id="{CBA86795-DA72-C78F-EA73-55C53252F53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605715">
            <a:off x="5441992" y="655080"/>
            <a:ext cx="124112" cy="970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0" name="Google Shape;200;p22">
            <a:extLst>
              <a:ext uri="{FF2B5EF4-FFF2-40B4-BE49-F238E27FC236}">
                <a16:creationId xmlns:a16="http://schemas.microsoft.com/office/drawing/2014/main" id="{0D5FBAE6-8434-8A11-6B5C-284C06B9FCF8}"/>
              </a:ext>
            </a:extLst>
          </p:cNvPr>
          <p:cNvGrpSpPr/>
          <p:nvPr/>
        </p:nvGrpSpPr>
        <p:grpSpPr>
          <a:xfrm>
            <a:off x="10760641" y="2365829"/>
            <a:ext cx="685825" cy="3214201"/>
            <a:chOff x="11059391" y="2420023"/>
            <a:chExt cx="668892" cy="3134840"/>
          </a:xfrm>
        </p:grpSpPr>
        <p:sp>
          <p:nvSpPr>
            <p:cNvPr id="201" name="Google Shape;201;p22">
              <a:extLst>
                <a:ext uri="{FF2B5EF4-FFF2-40B4-BE49-F238E27FC236}">
                  <a16:creationId xmlns:a16="http://schemas.microsoft.com/office/drawing/2014/main" id="{A8EF523B-C645-693A-8883-319E3B5DC243}"/>
                </a:ext>
              </a:extLst>
            </p:cNvPr>
            <p:cNvSpPr/>
            <p:nvPr/>
          </p:nvSpPr>
          <p:spPr>
            <a:xfrm rot="5400000">
              <a:off x="10934570" y="3523986"/>
              <a:ext cx="793785" cy="518645"/>
            </a:xfrm>
            <a:custGeom>
              <a:avLst/>
              <a:gdLst/>
              <a:ahLst/>
              <a:cxnLst/>
              <a:rect l="l" t="t" r="r" b="b"/>
              <a:pathLst>
                <a:path w="793785" h="518645" extrusionOk="0">
                  <a:moveTo>
                    <a:pt x="280968" y="516784"/>
                  </a:moveTo>
                  <a:cubicBezTo>
                    <a:pt x="287790" y="470409"/>
                    <a:pt x="294343" y="426253"/>
                    <a:pt x="300795" y="382063"/>
                  </a:cubicBezTo>
                  <a:cubicBezTo>
                    <a:pt x="309600" y="321675"/>
                    <a:pt x="318370" y="261321"/>
                    <a:pt x="327108" y="200934"/>
                  </a:cubicBezTo>
                  <a:cubicBezTo>
                    <a:pt x="328922" y="188366"/>
                    <a:pt x="329897" y="175529"/>
                    <a:pt x="316488" y="168371"/>
                  </a:cubicBezTo>
                  <a:cubicBezTo>
                    <a:pt x="302879" y="161079"/>
                    <a:pt x="291655" y="167867"/>
                    <a:pt x="281506" y="176671"/>
                  </a:cubicBezTo>
                  <a:cubicBezTo>
                    <a:pt x="238492" y="213905"/>
                    <a:pt x="214834" y="261960"/>
                    <a:pt x="205929" y="317172"/>
                  </a:cubicBezTo>
                  <a:cubicBezTo>
                    <a:pt x="196386" y="376283"/>
                    <a:pt x="188522" y="435696"/>
                    <a:pt x="180625" y="495075"/>
                  </a:cubicBezTo>
                  <a:cubicBezTo>
                    <a:pt x="178474" y="511205"/>
                    <a:pt x="172392" y="518363"/>
                    <a:pt x="154884" y="517994"/>
                  </a:cubicBezTo>
                  <a:cubicBezTo>
                    <a:pt x="104040" y="516985"/>
                    <a:pt x="53163" y="517624"/>
                    <a:pt x="0" y="517624"/>
                  </a:cubicBezTo>
                  <a:cubicBezTo>
                    <a:pt x="706" y="510399"/>
                    <a:pt x="1109" y="504014"/>
                    <a:pt x="1983" y="497730"/>
                  </a:cubicBezTo>
                  <a:cubicBezTo>
                    <a:pt x="18785" y="377459"/>
                    <a:pt x="36259" y="257255"/>
                    <a:pt x="52020" y="136850"/>
                  </a:cubicBezTo>
                  <a:cubicBezTo>
                    <a:pt x="56153" y="105362"/>
                    <a:pt x="55347" y="73169"/>
                    <a:pt x="56053" y="41278"/>
                  </a:cubicBezTo>
                  <a:cubicBezTo>
                    <a:pt x="56288" y="29987"/>
                    <a:pt x="59312" y="23233"/>
                    <a:pt x="71679" y="22258"/>
                  </a:cubicBezTo>
                  <a:cubicBezTo>
                    <a:pt x="121346" y="18461"/>
                    <a:pt x="171014" y="14294"/>
                    <a:pt x="220682" y="10362"/>
                  </a:cubicBezTo>
                  <a:cubicBezTo>
                    <a:pt x="222765" y="10194"/>
                    <a:pt x="224916" y="10900"/>
                    <a:pt x="229318" y="11505"/>
                  </a:cubicBezTo>
                  <a:lnTo>
                    <a:pt x="229318" y="147973"/>
                  </a:lnTo>
                  <a:cubicBezTo>
                    <a:pt x="237148" y="136716"/>
                    <a:pt x="245986" y="124047"/>
                    <a:pt x="254790" y="111378"/>
                  </a:cubicBezTo>
                  <a:cubicBezTo>
                    <a:pt x="280061" y="74950"/>
                    <a:pt x="311649" y="45244"/>
                    <a:pt x="349656" y="22493"/>
                  </a:cubicBezTo>
                  <a:cubicBezTo>
                    <a:pt x="358259" y="17352"/>
                    <a:pt x="367400" y="12849"/>
                    <a:pt x="376742" y="9220"/>
                  </a:cubicBezTo>
                  <a:cubicBezTo>
                    <a:pt x="448051" y="-18471"/>
                    <a:pt x="506052" y="18024"/>
                    <a:pt x="511832" y="94407"/>
                  </a:cubicBezTo>
                  <a:cubicBezTo>
                    <a:pt x="512941" y="109261"/>
                    <a:pt x="512000" y="124282"/>
                    <a:pt x="515562" y="140681"/>
                  </a:cubicBezTo>
                  <a:cubicBezTo>
                    <a:pt x="526719" y="126533"/>
                    <a:pt x="536901" y="111445"/>
                    <a:pt x="549201" y="98373"/>
                  </a:cubicBezTo>
                  <a:cubicBezTo>
                    <a:pt x="572489" y="73606"/>
                    <a:pt x="595071" y="47596"/>
                    <a:pt x="621484" y="26560"/>
                  </a:cubicBezTo>
                  <a:cubicBezTo>
                    <a:pt x="650586" y="3372"/>
                    <a:pt x="686644" y="-2441"/>
                    <a:pt x="723542" y="3137"/>
                  </a:cubicBezTo>
                  <a:cubicBezTo>
                    <a:pt x="769647" y="10093"/>
                    <a:pt x="796464" y="39833"/>
                    <a:pt x="793574" y="86342"/>
                  </a:cubicBezTo>
                  <a:cubicBezTo>
                    <a:pt x="790112" y="142126"/>
                    <a:pt x="784097" y="197876"/>
                    <a:pt x="776099" y="253223"/>
                  </a:cubicBezTo>
                  <a:cubicBezTo>
                    <a:pt x="764573" y="332967"/>
                    <a:pt x="750291" y="412307"/>
                    <a:pt x="737118" y="491849"/>
                  </a:cubicBezTo>
                  <a:cubicBezTo>
                    <a:pt x="733455" y="514028"/>
                    <a:pt x="730195" y="517456"/>
                    <a:pt x="708050" y="517758"/>
                  </a:cubicBezTo>
                  <a:cubicBezTo>
                    <a:pt x="666615" y="518363"/>
                    <a:pt x="625181" y="517758"/>
                    <a:pt x="583780" y="518632"/>
                  </a:cubicBezTo>
                  <a:cubicBezTo>
                    <a:pt x="568691" y="518968"/>
                    <a:pt x="566104" y="513121"/>
                    <a:pt x="567986" y="499545"/>
                  </a:cubicBezTo>
                  <a:cubicBezTo>
                    <a:pt x="581293" y="403066"/>
                    <a:pt x="594063" y="306486"/>
                    <a:pt x="606933" y="209940"/>
                  </a:cubicBezTo>
                  <a:cubicBezTo>
                    <a:pt x="607908" y="202715"/>
                    <a:pt x="608714" y="195490"/>
                    <a:pt x="609017" y="188231"/>
                  </a:cubicBezTo>
                  <a:cubicBezTo>
                    <a:pt x="609991" y="165616"/>
                    <a:pt x="601254" y="159768"/>
                    <a:pt x="580352" y="169514"/>
                  </a:cubicBezTo>
                  <a:cubicBezTo>
                    <a:pt x="551015" y="183191"/>
                    <a:pt x="532835" y="207924"/>
                    <a:pt x="517444" y="235009"/>
                  </a:cubicBezTo>
                  <a:cubicBezTo>
                    <a:pt x="490762" y="282022"/>
                    <a:pt x="484747" y="334378"/>
                    <a:pt x="478328" y="386734"/>
                  </a:cubicBezTo>
                  <a:cubicBezTo>
                    <a:pt x="473489" y="426186"/>
                    <a:pt x="467407" y="465470"/>
                    <a:pt x="462265" y="504854"/>
                  </a:cubicBezTo>
                  <a:cubicBezTo>
                    <a:pt x="461257" y="512617"/>
                    <a:pt x="459308" y="516985"/>
                    <a:pt x="450235" y="516918"/>
                  </a:cubicBezTo>
                  <a:cubicBezTo>
                    <a:pt x="394855" y="516616"/>
                    <a:pt x="339474" y="516784"/>
                    <a:pt x="281036" y="51678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22">
              <a:extLst>
                <a:ext uri="{FF2B5EF4-FFF2-40B4-BE49-F238E27FC236}">
                  <a16:creationId xmlns:a16="http://schemas.microsoft.com/office/drawing/2014/main" id="{4DEC0BE7-CFF7-DCE1-780B-C8FE7922A3BF}"/>
                </a:ext>
              </a:extLst>
            </p:cNvPr>
            <p:cNvSpPr/>
            <p:nvPr/>
          </p:nvSpPr>
          <p:spPr>
            <a:xfrm rot="5400000">
              <a:off x="11081233" y="5041760"/>
              <a:ext cx="492264" cy="533941"/>
            </a:xfrm>
            <a:custGeom>
              <a:avLst/>
              <a:gdLst/>
              <a:ahLst/>
              <a:cxnLst/>
              <a:rect l="l" t="t" r="r" b="b"/>
              <a:pathLst>
                <a:path w="492264" h="533941" extrusionOk="0">
                  <a:moveTo>
                    <a:pt x="263042" y="100"/>
                  </a:moveTo>
                  <a:cubicBezTo>
                    <a:pt x="400048" y="-3327"/>
                    <a:pt x="488730" y="81457"/>
                    <a:pt x="492091" y="204484"/>
                  </a:cubicBezTo>
                  <a:cubicBezTo>
                    <a:pt x="494914" y="308389"/>
                    <a:pt x="463594" y="398550"/>
                    <a:pt x="385094" y="469288"/>
                  </a:cubicBezTo>
                  <a:cubicBezTo>
                    <a:pt x="308072" y="538648"/>
                    <a:pt x="186961" y="554073"/>
                    <a:pt x="101672" y="506455"/>
                  </a:cubicBezTo>
                  <a:cubicBezTo>
                    <a:pt x="38798" y="471372"/>
                    <a:pt x="9562" y="414042"/>
                    <a:pt x="2303" y="345993"/>
                  </a:cubicBezTo>
                  <a:cubicBezTo>
                    <a:pt x="-10870" y="222798"/>
                    <a:pt x="32514" y="121850"/>
                    <a:pt x="131244" y="46273"/>
                  </a:cubicBezTo>
                  <a:cubicBezTo>
                    <a:pt x="174023" y="13509"/>
                    <a:pt x="223892" y="67"/>
                    <a:pt x="263109" y="100"/>
                  </a:cubicBezTo>
                  <a:close/>
                  <a:moveTo>
                    <a:pt x="171906" y="303516"/>
                  </a:moveTo>
                  <a:cubicBezTo>
                    <a:pt x="177585" y="326065"/>
                    <a:pt x="180979" y="349588"/>
                    <a:pt x="189582" y="370961"/>
                  </a:cubicBezTo>
                  <a:cubicBezTo>
                    <a:pt x="199730" y="396198"/>
                    <a:pt x="223489" y="403053"/>
                    <a:pt x="246273" y="388133"/>
                  </a:cubicBezTo>
                  <a:cubicBezTo>
                    <a:pt x="258875" y="379866"/>
                    <a:pt x="271073" y="368071"/>
                    <a:pt x="278365" y="355032"/>
                  </a:cubicBezTo>
                  <a:cubicBezTo>
                    <a:pt x="309954" y="298610"/>
                    <a:pt x="314591" y="238424"/>
                    <a:pt x="297486" y="176457"/>
                  </a:cubicBezTo>
                  <a:cubicBezTo>
                    <a:pt x="292378" y="157975"/>
                    <a:pt x="279777" y="146784"/>
                    <a:pt x="260555" y="144533"/>
                  </a:cubicBezTo>
                  <a:cubicBezTo>
                    <a:pt x="241467" y="142315"/>
                    <a:pt x="226950" y="150279"/>
                    <a:pt x="216634" y="166376"/>
                  </a:cubicBezTo>
                  <a:cubicBezTo>
                    <a:pt x="190086" y="207911"/>
                    <a:pt x="175535" y="253076"/>
                    <a:pt x="171939" y="3035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22">
              <a:extLst>
                <a:ext uri="{FF2B5EF4-FFF2-40B4-BE49-F238E27FC236}">
                  <a16:creationId xmlns:a16="http://schemas.microsoft.com/office/drawing/2014/main" id="{CE52927B-FCCA-EDF6-44B8-DE37E4E91642}"/>
                </a:ext>
              </a:extLst>
            </p:cNvPr>
            <p:cNvSpPr/>
            <p:nvPr/>
          </p:nvSpPr>
          <p:spPr>
            <a:xfrm rot="5400000">
              <a:off x="11081802" y="2871110"/>
              <a:ext cx="485200" cy="530022"/>
            </a:xfrm>
            <a:custGeom>
              <a:avLst/>
              <a:gdLst/>
              <a:ahLst/>
              <a:cxnLst/>
              <a:rect l="l" t="t" r="r" b="b"/>
              <a:pathLst>
                <a:path w="485200" h="530022" extrusionOk="0">
                  <a:moveTo>
                    <a:pt x="485200" y="223253"/>
                  </a:moveTo>
                  <a:cubicBezTo>
                    <a:pt x="484125" y="348766"/>
                    <a:pt x="431970" y="445413"/>
                    <a:pt x="319496" y="503751"/>
                  </a:cubicBezTo>
                  <a:cubicBezTo>
                    <a:pt x="254739" y="537355"/>
                    <a:pt x="185111" y="537994"/>
                    <a:pt x="117666" y="509833"/>
                  </a:cubicBezTo>
                  <a:cubicBezTo>
                    <a:pt x="50255" y="481706"/>
                    <a:pt x="16281" y="426763"/>
                    <a:pt x="4620" y="356226"/>
                  </a:cubicBezTo>
                  <a:cubicBezTo>
                    <a:pt x="-17021" y="225370"/>
                    <a:pt x="38460" y="100495"/>
                    <a:pt x="148112" y="34328"/>
                  </a:cubicBezTo>
                  <a:cubicBezTo>
                    <a:pt x="238408" y="-20145"/>
                    <a:pt x="361064" y="-8720"/>
                    <a:pt x="429887" y="61010"/>
                  </a:cubicBezTo>
                  <a:cubicBezTo>
                    <a:pt x="470582" y="102209"/>
                    <a:pt x="484192" y="153691"/>
                    <a:pt x="485133" y="209777"/>
                  </a:cubicBezTo>
                  <a:cubicBezTo>
                    <a:pt x="485200" y="214247"/>
                    <a:pt x="485133" y="218750"/>
                    <a:pt x="485133" y="223219"/>
                  </a:cubicBezTo>
                  <a:close/>
                  <a:moveTo>
                    <a:pt x="306759" y="223824"/>
                  </a:moveTo>
                  <a:cubicBezTo>
                    <a:pt x="305281" y="213642"/>
                    <a:pt x="303668" y="195764"/>
                    <a:pt x="299837" y="178391"/>
                  </a:cubicBezTo>
                  <a:cubicBezTo>
                    <a:pt x="295267" y="157623"/>
                    <a:pt x="283001" y="143274"/>
                    <a:pt x="260587" y="140048"/>
                  </a:cubicBezTo>
                  <a:cubicBezTo>
                    <a:pt x="239550" y="137023"/>
                    <a:pt x="224764" y="147273"/>
                    <a:pt x="213977" y="163638"/>
                  </a:cubicBezTo>
                  <a:cubicBezTo>
                    <a:pt x="173920" y="224530"/>
                    <a:pt x="165956" y="290563"/>
                    <a:pt x="185884" y="359788"/>
                  </a:cubicBezTo>
                  <a:cubicBezTo>
                    <a:pt x="194520" y="389764"/>
                    <a:pt x="229233" y="400181"/>
                    <a:pt x="253698" y="380254"/>
                  </a:cubicBezTo>
                  <a:cubicBezTo>
                    <a:pt x="265426" y="370710"/>
                    <a:pt x="274768" y="357067"/>
                    <a:pt x="282161" y="343625"/>
                  </a:cubicBezTo>
                  <a:cubicBezTo>
                    <a:pt x="301315" y="308911"/>
                    <a:pt x="305247" y="270367"/>
                    <a:pt x="306759" y="22379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22">
              <a:extLst>
                <a:ext uri="{FF2B5EF4-FFF2-40B4-BE49-F238E27FC236}">
                  <a16:creationId xmlns:a16="http://schemas.microsoft.com/office/drawing/2014/main" id="{F2E030D2-2C81-79D3-B6EB-9980EF711F02}"/>
                </a:ext>
              </a:extLst>
            </p:cNvPr>
            <p:cNvSpPr/>
            <p:nvPr/>
          </p:nvSpPr>
          <p:spPr>
            <a:xfrm rot="5400000">
              <a:off x="11093113" y="4169783"/>
              <a:ext cx="489008" cy="532002"/>
            </a:xfrm>
            <a:custGeom>
              <a:avLst/>
              <a:gdLst/>
              <a:ahLst/>
              <a:cxnLst/>
              <a:rect l="l" t="t" r="r" b="b"/>
              <a:pathLst>
                <a:path w="489008" h="532002" extrusionOk="0">
                  <a:moveTo>
                    <a:pt x="288799" y="525382"/>
                  </a:moveTo>
                  <a:cubicBezTo>
                    <a:pt x="292765" y="500717"/>
                    <a:pt x="296327" y="478403"/>
                    <a:pt x="299687" y="457602"/>
                  </a:cubicBezTo>
                  <a:cubicBezTo>
                    <a:pt x="292294" y="464020"/>
                    <a:pt x="284162" y="470741"/>
                    <a:pt x="276433" y="477933"/>
                  </a:cubicBezTo>
                  <a:cubicBezTo>
                    <a:pt x="229857" y="521047"/>
                    <a:pt x="173603" y="536808"/>
                    <a:pt x="112173" y="530759"/>
                  </a:cubicBezTo>
                  <a:cubicBezTo>
                    <a:pt x="41267" y="523769"/>
                    <a:pt x="-3931" y="464726"/>
                    <a:pt x="270" y="389989"/>
                  </a:cubicBezTo>
                  <a:cubicBezTo>
                    <a:pt x="5579" y="295359"/>
                    <a:pt x="66437" y="229494"/>
                    <a:pt x="167050" y="216690"/>
                  </a:cubicBezTo>
                  <a:cubicBezTo>
                    <a:pt x="215003" y="210608"/>
                    <a:pt x="264167" y="212590"/>
                    <a:pt x="312726" y="213330"/>
                  </a:cubicBezTo>
                  <a:cubicBezTo>
                    <a:pt x="331175" y="213599"/>
                    <a:pt x="335644" y="206239"/>
                    <a:pt x="337022" y="190680"/>
                  </a:cubicBezTo>
                  <a:cubicBezTo>
                    <a:pt x="340181" y="155026"/>
                    <a:pt x="318170" y="129049"/>
                    <a:pt x="280062" y="125857"/>
                  </a:cubicBezTo>
                  <a:cubicBezTo>
                    <a:pt x="236174" y="122160"/>
                    <a:pt x="194370" y="131805"/>
                    <a:pt x="153843" y="147767"/>
                  </a:cubicBezTo>
                  <a:cubicBezTo>
                    <a:pt x="138351" y="153850"/>
                    <a:pt x="123229" y="160873"/>
                    <a:pt x="105620" y="168434"/>
                  </a:cubicBezTo>
                  <a:cubicBezTo>
                    <a:pt x="95371" y="136644"/>
                    <a:pt x="84618" y="106198"/>
                    <a:pt x="76351" y="75080"/>
                  </a:cubicBezTo>
                  <a:cubicBezTo>
                    <a:pt x="74771" y="69065"/>
                    <a:pt x="81055" y="56564"/>
                    <a:pt x="86970" y="53641"/>
                  </a:cubicBezTo>
                  <a:cubicBezTo>
                    <a:pt x="178005" y="8610"/>
                    <a:pt x="273207" y="-14409"/>
                    <a:pt x="374491" y="9753"/>
                  </a:cubicBezTo>
                  <a:cubicBezTo>
                    <a:pt x="454806" y="28908"/>
                    <a:pt x="494594" y="83414"/>
                    <a:pt x="488377" y="167695"/>
                  </a:cubicBezTo>
                  <a:cubicBezTo>
                    <a:pt x="483168" y="238533"/>
                    <a:pt x="472986" y="308969"/>
                    <a:pt x="465526" y="379639"/>
                  </a:cubicBezTo>
                  <a:cubicBezTo>
                    <a:pt x="461225" y="420200"/>
                    <a:pt x="457696" y="460861"/>
                    <a:pt x="454369" y="501523"/>
                  </a:cubicBezTo>
                  <a:cubicBezTo>
                    <a:pt x="452689" y="522257"/>
                    <a:pt x="450034" y="525382"/>
                    <a:pt x="429065" y="525382"/>
                  </a:cubicBezTo>
                  <a:cubicBezTo>
                    <a:pt x="383262" y="525416"/>
                    <a:pt x="337492" y="525382"/>
                    <a:pt x="288866" y="525382"/>
                  </a:cubicBezTo>
                  <a:close/>
                  <a:moveTo>
                    <a:pt x="322908" y="299593"/>
                  </a:moveTo>
                  <a:cubicBezTo>
                    <a:pt x="284263" y="291897"/>
                    <a:pt x="247701" y="288839"/>
                    <a:pt x="211038" y="297106"/>
                  </a:cubicBezTo>
                  <a:cubicBezTo>
                    <a:pt x="187582" y="302416"/>
                    <a:pt x="166814" y="313270"/>
                    <a:pt x="151121" y="331954"/>
                  </a:cubicBezTo>
                  <a:cubicBezTo>
                    <a:pt x="119633" y="369490"/>
                    <a:pt x="138385" y="422014"/>
                    <a:pt x="186204" y="431625"/>
                  </a:cubicBezTo>
                  <a:cubicBezTo>
                    <a:pt x="209963" y="436397"/>
                    <a:pt x="232041" y="432398"/>
                    <a:pt x="252237" y="419662"/>
                  </a:cubicBezTo>
                  <a:cubicBezTo>
                    <a:pt x="295621" y="392274"/>
                    <a:pt x="316086" y="351109"/>
                    <a:pt x="322908" y="2995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22">
              <a:extLst>
                <a:ext uri="{FF2B5EF4-FFF2-40B4-BE49-F238E27FC236}">
                  <a16:creationId xmlns:a16="http://schemas.microsoft.com/office/drawing/2014/main" id="{FC495906-8B2F-ABA1-956B-0569A2282AD7}"/>
                </a:ext>
              </a:extLst>
            </p:cNvPr>
            <p:cNvSpPr/>
            <p:nvPr/>
          </p:nvSpPr>
          <p:spPr>
            <a:xfrm rot="5400000">
              <a:off x="11086918" y="2411877"/>
              <a:ext cx="478841" cy="495132"/>
            </a:xfrm>
            <a:custGeom>
              <a:avLst/>
              <a:gdLst/>
              <a:ahLst/>
              <a:cxnLst/>
              <a:rect l="l" t="t" r="r" b="b"/>
              <a:pathLst>
                <a:path w="478841" h="495132" extrusionOk="0">
                  <a:moveTo>
                    <a:pt x="232200" y="149406"/>
                  </a:moveTo>
                  <a:lnTo>
                    <a:pt x="54297" y="149406"/>
                  </a:lnTo>
                  <a:cubicBezTo>
                    <a:pt x="61891" y="98495"/>
                    <a:pt x="69184" y="49634"/>
                    <a:pt x="76577" y="0"/>
                  </a:cubicBezTo>
                  <a:lnTo>
                    <a:pt x="478522" y="0"/>
                  </a:lnTo>
                  <a:cubicBezTo>
                    <a:pt x="478522" y="23893"/>
                    <a:pt x="479395" y="46744"/>
                    <a:pt x="478253" y="69461"/>
                  </a:cubicBezTo>
                  <a:cubicBezTo>
                    <a:pt x="477211" y="90497"/>
                    <a:pt x="466122" y="106964"/>
                    <a:pt x="451873" y="122321"/>
                  </a:cubicBezTo>
                  <a:cubicBezTo>
                    <a:pt x="385941" y="193260"/>
                    <a:pt x="320613" y="264737"/>
                    <a:pt x="255084" y="336046"/>
                  </a:cubicBezTo>
                  <a:cubicBezTo>
                    <a:pt x="253606" y="337659"/>
                    <a:pt x="252430" y="339541"/>
                    <a:pt x="249304" y="343742"/>
                  </a:cubicBezTo>
                  <a:lnTo>
                    <a:pt x="438163" y="343742"/>
                  </a:lnTo>
                  <a:cubicBezTo>
                    <a:pt x="436382" y="354764"/>
                    <a:pt x="435138" y="363400"/>
                    <a:pt x="433626" y="371970"/>
                  </a:cubicBezTo>
                  <a:cubicBezTo>
                    <a:pt x="427476" y="406112"/>
                    <a:pt x="420453" y="440153"/>
                    <a:pt x="415412" y="474464"/>
                  </a:cubicBezTo>
                  <a:cubicBezTo>
                    <a:pt x="413093" y="490291"/>
                    <a:pt x="407280" y="495231"/>
                    <a:pt x="390847" y="495131"/>
                  </a:cubicBezTo>
                  <a:cubicBezTo>
                    <a:pt x="267653" y="494358"/>
                    <a:pt x="144492" y="494727"/>
                    <a:pt x="21297" y="494727"/>
                  </a:cubicBezTo>
                  <a:cubicBezTo>
                    <a:pt x="18508" y="494727"/>
                    <a:pt x="15685" y="494458"/>
                    <a:pt x="12896" y="494727"/>
                  </a:cubicBezTo>
                  <a:cubicBezTo>
                    <a:pt x="3318" y="495769"/>
                    <a:pt x="-109" y="491098"/>
                    <a:pt x="59" y="482058"/>
                  </a:cubicBezTo>
                  <a:cubicBezTo>
                    <a:pt x="462" y="459106"/>
                    <a:pt x="-983" y="435986"/>
                    <a:pt x="1504" y="413303"/>
                  </a:cubicBezTo>
                  <a:cubicBezTo>
                    <a:pt x="2613" y="403323"/>
                    <a:pt x="9905" y="392771"/>
                    <a:pt x="17063" y="384907"/>
                  </a:cubicBezTo>
                  <a:cubicBezTo>
                    <a:pt x="83298" y="311952"/>
                    <a:pt x="150137" y="239534"/>
                    <a:pt x="216775" y="166948"/>
                  </a:cubicBezTo>
                  <a:cubicBezTo>
                    <a:pt x="220909" y="162445"/>
                    <a:pt x="224840" y="157774"/>
                    <a:pt x="232166" y="14940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22">
              <a:extLst>
                <a:ext uri="{FF2B5EF4-FFF2-40B4-BE49-F238E27FC236}">
                  <a16:creationId xmlns:a16="http://schemas.microsoft.com/office/drawing/2014/main" id="{1AB67DEA-1851-C249-BC4F-2B539DF38F4F}"/>
                </a:ext>
              </a:extLst>
            </p:cNvPr>
            <p:cNvSpPr/>
            <p:nvPr/>
          </p:nvSpPr>
          <p:spPr>
            <a:xfrm rot="5400000">
              <a:off x="11219643" y="4563687"/>
              <a:ext cx="353756" cy="663525"/>
            </a:xfrm>
            <a:custGeom>
              <a:avLst/>
              <a:gdLst/>
              <a:ahLst/>
              <a:cxnLst/>
              <a:rect l="l" t="t" r="r" b="b"/>
              <a:pathLst>
                <a:path w="353756" h="663525" extrusionOk="0">
                  <a:moveTo>
                    <a:pt x="353756" y="158950"/>
                  </a:moveTo>
                  <a:cubicBezTo>
                    <a:pt x="347069" y="200216"/>
                    <a:pt x="341255" y="238257"/>
                    <a:pt x="334232" y="276096"/>
                  </a:cubicBezTo>
                  <a:cubicBezTo>
                    <a:pt x="333627" y="279456"/>
                    <a:pt x="325360" y="283455"/>
                    <a:pt x="320521" y="283589"/>
                  </a:cubicBezTo>
                  <a:cubicBezTo>
                    <a:pt x="295351" y="284262"/>
                    <a:pt x="270148" y="284530"/>
                    <a:pt x="244978" y="283455"/>
                  </a:cubicBezTo>
                  <a:cubicBezTo>
                    <a:pt x="231234" y="282884"/>
                    <a:pt x="224647" y="286748"/>
                    <a:pt x="222832" y="301198"/>
                  </a:cubicBezTo>
                  <a:cubicBezTo>
                    <a:pt x="215137" y="363367"/>
                    <a:pt x="206198" y="425401"/>
                    <a:pt x="198503" y="487603"/>
                  </a:cubicBezTo>
                  <a:cubicBezTo>
                    <a:pt x="194537" y="519662"/>
                    <a:pt x="208080" y="531558"/>
                    <a:pt x="239870" y="524367"/>
                  </a:cubicBezTo>
                  <a:cubicBezTo>
                    <a:pt x="262183" y="519326"/>
                    <a:pt x="284094" y="512571"/>
                    <a:pt x="308793" y="505850"/>
                  </a:cubicBezTo>
                  <a:cubicBezTo>
                    <a:pt x="308255" y="512302"/>
                    <a:pt x="307987" y="517444"/>
                    <a:pt x="307348" y="522552"/>
                  </a:cubicBezTo>
                  <a:cubicBezTo>
                    <a:pt x="304626" y="544193"/>
                    <a:pt x="301232" y="565734"/>
                    <a:pt x="299115" y="587442"/>
                  </a:cubicBezTo>
                  <a:cubicBezTo>
                    <a:pt x="296931" y="610025"/>
                    <a:pt x="286816" y="627734"/>
                    <a:pt x="266082" y="636337"/>
                  </a:cubicBezTo>
                  <a:cubicBezTo>
                    <a:pt x="210365" y="659424"/>
                    <a:pt x="152800" y="671622"/>
                    <a:pt x="92480" y="657508"/>
                  </a:cubicBezTo>
                  <a:cubicBezTo>
                    <a:pt x="45400" y="646486"/>
                    <a:pt x="19692" y="614662"/>
                    <a:pt x="23759" y="566372"/>
                  </a:cubicBezTo>
                  <a:cubicBezTo>
                    <a:pt x="31286" y="477219"/>
                    <a:pt x="41569" y="388301"/>
                    <a:pt x="50709" y="299316"/>
                  </a:cubicBezTo>
                  <a:cubicBezTo>
                    <a:pt x="51180" y="294914"/>
                    <a:pt x="51785" y="290512"/>
                    <a:pt x="52558" y="283925"/>
                  </a:cubicBezTo>
                  <a:lnTo>
                    <a:pt x="0" y="283925"/>
                  </a:lnTo>
                  <a:cubicBezTo>
                    <a:pt x="3562" y="254051"/>
                    <a:pt x="6855" y="226495"/>
                    <a:pt x="10149" y="198939"/>
                  </a:cubicBezTo>
                  <a:cubicBezTo>
                    <a:pt x="10216" y="198368"/>
                    <a:pt x="10350" y="197830"/>
                    <a:pt x="10418" y="197293"/>
                  </a:cubicBezTo>
                  <a:cubicBezTo>
                    <a:pt x="16298" y="156799"/>
                    <a:pt x="16231" y="156564"/>
                    <a:pt x="56826" y="149305"/>
                  </a:cubicBezTo>
                  <a:cubicBezTo>
                    <a:pt x="68856" y="147155"/>
                    <a:pt x="76081" y="140971"/>
                    <a:pt x="78635" y="129311"/>
                  </a:cubicBezTo>
                  <a:cubicBezTo>
                    <a:pt x="81290" y="117314"/>
                    <a:pt x="83104" y="105082"/>
                    <a:pt x="86095" y="93186"/>
                  </a:cubicBezTo>
                  <a:cubicBezTo>
                    <a:pt x="91136" y="73090"/>
                    <a:pt x="102326" y="56489"/>
                    <a:pt x="121850" y="49298"/>
                  </a:cubicBezTo>
                  <a:cubicBezTo>
                    <a:pt x="167889" y="32328"/>
                    <a:pt x="214532" y="17071"/>
                    <a:pt x="264200" y="0"/>
                  </a:cubicBezTo>
                  <a:cubicBezTo>
                    <a:pt x="257613" y="53566"/>
                    <a:pt x="251296" y="105250"/>
                    <a:pt x="244709" y="158950"/>
                  </a:cubicBezTo>
                  <a:lnTo>
                    <a:pt x="353622" y="1589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7" name="Google Shape;207;p22">
            <a:extLst>
              <a:ext uri="{FF2B5EF4-FFF2-40B4-BE49-F238E27FC236}">
                <a16:creationId xmlns:a16="http://schemas.microsoft.com/office/drawing/2014/main" id="{A961BA9B-1D31-DBA4-AC60-F1D0A6AB0328}"/>
              </a:ext>
            </a:extLst>
          </p:cNvPr>
          <p:cNvSpPr/>
          <p:nvPr/>
        </p:nvSpPr>
        <p:spPr>
          <a:xfrm>
            <a:off x="710121" y="1678265"/>
            <a:ext cx="181456" cy="181456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>
            <a:extLst>
              <a:ext uri="{FF2B5EF4-FFF2-40B4-BE49-F238E27FC236}">
                <a16:creationId xmlns:a16="http://schemas.microsoft.com/office/drawing/2014/main" id="{5D03D712-50FD-6978-2870-6CF05F4FF564}"/>
              </a:ext>
            </a:extLst>
          </p:cNvPr>
          <p:cNvSpPr txBox="1"/>
          <p:nvPr/>
        </p:nvSpPr>
        <p:spPr>
          <a:xfrm>
            <a:off x="940209" y="1615105"/>
            <a:ext cx="8031249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/>
            <a:r>
              <a:rPr lang="en-US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Restaurants with online delivery receive higher ratings globally</a:t>
            </a:r>
            <a:endParaRPr lang="en-IN" sz="1200" dirty="0">
              <a:latin typeface="Poppins" panose="00000500000000000000" pitchFamily="2" charset="0"/>
              <a:ea typeface="Calibri" panose="020F0502020204030204" pitchFamily="34" charset="0"/>
              <a:cs typeface="Poppins" panose="00000500000000000000" pitchFamily="2" charset="0"/>
            </a:endParaRPr>
          </a:p>
        </p:txBody>
      </p:sp>
      <p:sp>
        <p:nvSpPr>
          <p:cNvPr id="209" name="Google Shape;209;p22">
            <a:extLst>
              <a:ext uri="{FF2B5EF4-FFF2-40B4-BE49-F238E27FC236}">
                <a16:creationId xmlns:a16="http://schemas.microsoft.com/office/drawing/2014/main" id="{6BF1A893-3401-F4EB-123B-5C8D6AAE683B}"/>
              </a:ext>
            </a:extLst>
          </p:cNvPr>
          <p:cNvSpPr/>
          <p:nvPr/>
        </p:nvSpPr>
        <p:spPr>
          <a:xfrm>
            <a:off x="734438" y="2191048"/>
            <a:ext cx="181456" cy="181456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>
            <a:extLst>
              <a:ext uri="{FF2B5EF4-FFF2-40B4-BE49-F238E27FC236}">
                <a16:creationId xmlns:a16="http://schemas.microsoft.com/office/drawing/2014/main" id="{E52D3E6D-7F6D-CAE5-8A0D-9EAA14ABDA51}"/>
              </a:ext>
            </a:extLst>
          </p:cNvPr>
          <p:cNvSpPr txBox="1"/>
          <p:nvPr/>
        </p:nvSpPr>
        <p:spPr>
          <a:xfrm>
            <a:off x="964527" y="2029849"/>
            <a:ext cx="842324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/>
            <a:r>
              <a:rPr lang="en-IN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In the recommended countries, 100% of restaurants do not offer online delivery, indicating a clear service gap.</a:t>
            </a:r>
          </a:p>
        </p:txBody>
      </p:sp>
      <p:sp>
        <p:nvSpPr>
          <p:cNvPr id="211" name="Google Shape;211;p22">
            <a:extLst>
              <a:ext uri="{FF2B5EF4-FFF2-40B4-BE49-F238E27FC236}">
                <a16:creationId xmlns:a16="http://schemas.microsoft.com/office/drawing/2014/main" id="{4E99CBD1-3203-F5C1-A901-AC482F9F2C14}"/>
              </a:ext>
            </a:extLst>
          </p:cNvPr>
          <p:cNvSpPr/>
          <p:nvPr/>
        </p:nvSpPr>
        <p:spPr>
          <a:xfrm>
            <a:off x="742671" y="2696001"/>
            <a:ext cx="181456" cy="181456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>
            <a:extLst>
              <a:ext uri="{FF2B5EF4-FFF2-40B4-BE49-F238E27FC236}">
                <a16:creationId xmlns:a16="http://schemas.microsoft.com/office/drawing/2014/main" id="{EDB428BA-04EE-FA68-BA86-9B5D157AD8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8499" y="592137"/>
            <a:ext cx="5935981" cy="757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dirty="0"/>
              <a:t>Service Feature Impact</a:t>
            </a:r>
            <a:br>
              <a:rPr lang="en-IN" dirty="0"/>
            </a:br>
            <a:r>
              <a:rPr lang="en-US" sz="1800" dirty="0"/>
              <a:t>Online Delivery Impact</a:t>
            </a:r>
            <a:endParaRPr dirty="0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65D54243-53DD-6AC4-84F9-B2E0BBC4F9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3281309"/>
              </p:ext>
            </p:extLst>
          </p:nvPr>
        </p:nvGraphicFramePr>
        <p:xfrm>
          <a:off x="1542669" y="3493498"/>
          <a:ext cx="4858131" cy="24775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8" name="Google Shape;212;p22">
            <a:extLst>
              <a:ext uri="{FF2B5EF4-FFF2-40B4-BE49-F238E27FC236}">
                <a16:creationId xmlns:a16="http://schemas.microsoft.com/office/drawing/2014/main" id="{9F4C0E63-C4D3-26A9-B5DE-CB686827AAA0}"/>
              </a:ext>
            </a:extLst>
          </p:cNvPr>
          <p:cNvSpPr txBox="1"/>
          <p:nvPr/>
        </p:nvSpPr>
        <p:spPr>
          <a:xfrm>
            <a:off x="915894" y="2633795"/>
            <a:ext cx="8444029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/>
            <a:r>
              <a:rPr lang="en-IN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Since recommended countries currently lack online delivery, introducing it provides a first-mover</a:t>
            </a:r>
            <a:r>
              <a:rPr lang="en-IN" b="1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</a:t>
            </a:r>
            <a:r>
              <a:rPr lang="en-IN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advantage.</a:t>
            </a:r>
          </a:p>
        </p:txBody>
      </p:sp>
    </p:spTree>
    <p:extLst>
      <p:ext uri="{BB962C8B-B14F-4D97-AF65-F5344CB8AC3E}">
        <p14:creationId xmlns:p14="http://schemas.microsoft.com/office/powerpoint/2010/main" val="1544595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35FAF482-0628-BEAB-D509-7856BE586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2">
            <a:extLst>
              <a:ext uri="{FF2B5EF4-FFF2-40B4-BE49-F238E27FC236}">
                <a16:creationId xmlns:a16="http://schemas.microsoft.com/office/drawing/2014/main" id="{0BDC6872-8766-33FB-FF6C-9AA6F3C797C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20091" y="-16364"/>
            <a:ext cx="317190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2">
            <a:extLst>
              <a:ext uri="{FF2B5EF4-FFF2-40B4-BE49-F238E27FC236}">
                <a16:creationId xmlns:a16="http://schemas.microsoft.com/office/drawing/2014/main" id="{CF1660A5-5CDD-A89D-AEAB-E96A61BC837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8199422" y="628962"/>
            <a:ext cx="356384" cy="178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2">
            <a:extLst>
              <a:ext uri="{FF2B5EF4-FFF2-40B4-BE49-F238E27FC236}">
                <a16:creationId xmlns:a16="http://schemas.microsoft.com/office/drawing/2014/main" id="{B896651C-2996-2D27-E965-168A32320F8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15726" y="464457"/>
            <a:ext cx="1544422" cy="774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>
            <a:extLst>
              <a:ext uri="{FF2B5EF4-FFF2-40B4-BE49-F238E27FC236}">
                <a16:creationId xmlns:a16="http://schemas.microsoft.com/office/drawing/2014/main" id="{06E8E319-43C1-76D2-2929-435FC81D7E9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589488">
            <a:off x="533303" y="747190"/>
            <a:ext cx="202415" cy="158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2">
            <a:extLst>
              <a:ext uri="{FF2B5EF4-FFF2-40B4-BE49-F238E27FC236}">
                <a16:creationId xmlns:a16="http://schemas.microsoft.com/office/drawing/2014/main" id="{72BD4F4E-585C-779D-A14E-C3E7AC001FD2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605715">
            <a:off x="5441992" y="655080"/>
            <a:ext cx="124112" cy="970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0" name="Google Shape;200;p22">
            <a:extLst>
              <a:ext uri="{FF2B5EF4-FFF2-40B4-BE49-F238E27FC236}">
                <a16:creationId xmlns:a16="http://schemas.microsoft.com/office/drawing/2014/main" id="{8D6A5E7D-B106-45BE-59BB-232594CBC3CD}"/>
              </a:ext>
            </a:extLst>
          </p:cNvPr>
          <p:cNvGrpSpPr/>
          <p:nvPr/>
        </p:nvGrpSpPr>
        <p:grpSpPr>
          <a:xfrm>
            <a:off x="10760641" y="2365829"/>
            <a:ext cx="685825" cy="3214201"/>
            <a:chOff x="11059391" y="2420023"/>
            <a:chExt cx="668892" cy="3134840"/>
          </a:xfrm>
        </p:grpSpPr>
        <p:sp>
          <p:nvSpPr>
            <p:cNvPr id="201" name="Google Shape;201;p22">
              <a:extLst>
                <a:ext uri="{FF2B5EF4-FFF2-40B4-BE49-F238E27FC236}">
                  <a16:creationId xmlns:a16="http://schemas.microsoft.com/office/drawing/2014/main" id="{9F7CBD69-4D1A-B73E-EFEC-2249F7FFD8E4}"/>
                </a:ext>
              </a:extLst>
            </p:cNvPr>
            <p:cNvSpPr/>
            <p:nvPr/>
          </p:nvSpPr>
          <p:spPr>
            <a:xfrm rot="5400000">
              <a:off x="10934570" y="3523986"/>
              <a:ext cx="793785" cy="518645"/>
            </a:xfrm>
            <a:custGeom>
              <a:avLst/>
              <a:gdLst/>
              <a:ahLst/>
              <a:cxnLst/>
              <a:rect l="l" t="t" r="r" b="b"/>
              <a:pathLst>
                <a:path w="793785" h="518645" extrusionOk="0">
                  <a:moveTo>
                    <a:pt x="280968" y="516784"/>
                  </a:moveTo>
                  <a:cubicBezTo>
                    <a:pt x="287790" y="470409"/>
                    <a:pt x="294343" y="426253"/>
                    <a:pt x="300795" y="382063"/>
                  </a:cubicBezTo>
                  <a:cubicBezTo>
                    <a:pt x="309600" y="321675"/>
                    <a:pt x="318370" y="261321"/>
                    <a:pt x="327108" y="200934"/>
                  </a:cubicBezTo>
                  <a:cubicBezTo>
                    <a:pt x="328922" y="188366"/>
                    <a:pt x="329897" y="175529"/>
                    <a:pt x="316488" y="168371"/>
                  </a:cubicBezTo>
                  <a:cubicBezTo>
                    <a:pt x="302879" y="161079"/>
                    <a:pt x="291655" y="167867"/>
                    <a:pt x="281506" y="176671"/>
                  </a:cubicBezTo>
                  <a:cubicBezTo>
                    <a:pt x="238492" y="213905"/>
                    <a:pt x="214834" y="261960"/>
                    <a:pt x="205929" y="317172"/>
                  </a:cubicBezTo>
                  <a:cubicBezTo>
                    <a:pt x="196386" y="376283"/>
                    <a:pt x="188522" y="435696"/>
                    <a:pt x="180625" y="495075"/>
                  </a:cubicBezTo>
                  <a:cubicBezTo>
                    <a:pt x="178474" y="511205"/>
                    <a:pt x="172392" y="518363"/>
                    <a:pt x="154884" y="517994"/>
                  </a:cubicBezTo>
                  <a:cubicBezTo>
                    <a:pt x="104040" y="516985"/>
                    <a:pt x="53163" y="517624"/>
                    <a:pt x="0" y="517624"/>
                  </a:cubicBezTo>
                  <a:cubicBezTo>
                    <a:pt x="706" y="510399"/>
                    <a:pt x="1109" y="504014"/>
                    <a:pt x="1983" y="497730"/>
                  </a:cubicBezTo>
                  <a:cubicBezTo>
                    <a:pt x="18785" y="377459"/>
                    <a:pt x="36259" y="257255"/>
                    <a:pt x="52020" y="136850"/>
                  </a:cubicBezTo>
                  <a:cubicBezTo>
                    <a:pt x="56153" y="105362"/>
                    <a:pt x="55347" y="73169"/>
                    <a:pt x="56053" y="41278"/>
                  </a:cubicBezTo>
                  <a:cubicBezTo>
                    <a:pt x="56288" y="29987"/>
                    <a:pt x="59312" y="23233"/>
                    <a:pt x="71679" y="22258"/>
                  </a:cubicBezTo>
                  <a:cubicBezTo>
                    <a:pt x="121346" y="18461"/>
                    <a:pt x="171014" y="14294"/>
                    <a:pt x="220682" y="10362"/>
                  </a:cubicBezTo>
                  <a:cubicBezTo>
                    <a:pt x="222765" y="10194"/>
                    <a:pt x="224916" y="10900"/>
                    <a:pt x="229318" y="11505"/>
                  </a:cubicBezTo>
                  <a:lnTo>
                    <a:pt x="229318" y="147973"/>
                  </a:lnTo>
                  <a:cubicBezTo>
                    <a:pt x="237148" y="136716"/>
                    <a:pt x="245986" y="124047"/>
                    <a:pt x="254790" y="111378"/>
                  </a:cubicBezTo>
                  <a:cubicBezTo>
                    <a:pt x="280061" y="74950"/>
                    <a:pt x="311649" y="45244"/>
                    <a:pt x="349656" y="22493"/>
                  </a:cubicBezTo>
                  <a:cubicBezTo>
                    <a:pt x="358259" y="17352"/>
                    <a:pt x="367400" y="12849"/>
                    <a:pt x="376742" y="9220"/>
                  </a:cubicBezTo>
                  <a:cubicBezTo>
                    <a:pt x="448051" y="-18471"/>
                    <a:pt x="506052" y="18024"/>
                    <a:pt x="511832" y="94407"/>
                  </a:cubicBezTo>
                  <a:cubicBezTo>
                    <a:pt x="512941" y="109261"/>
                    <a:pt x="512000" y="124282"/>
                    <a:pt x="515562" y="140681"/>
                  </a:cubicBezTo>
                  <a:cubicBezTo>
                    <a:pt x="526719" y="126533"/>
                    <a:pt x="536901" y="111445"/>
                    <a:pt x="549201" y="98373"/>
                  </a:cubicBezTo>
                  <a:cubicBezTo>
                    <a:pt x="572489" y="73606"/>
                    <a:pt x="595071" y="47596"/>
                    <a:pt x="621484" y="26560"/>
                  </a:cubicBezTo>
                  <a:cubicBezTo>
                    <a:pt x="650586" y="3372"/>
                    <a:pt x="686644" y="-2441"/>
                    <a:pt x="723542" y="3137"/>
                  </a:cubicBezTo>
                  <a:cubicBezTo>
                    <a:pt x="769647" y="10093"/>
                    <a:pt x="796464" y="39833"/>
                    <a:pt x="793574" y="86342"/>
                  </a:cubicBezTo>
                  <a:cubicBezTo>
                    <a:pt x="790112" y="142126"/>
                    <a:pt x="784097" y="197876"/>
                    <a:pt x="776099" y="253223"/>
                  </a:cubicBezTo>
                  <a:cubicBezTo>
                    <a:pt x="764573" y="332967"/>
                    <a:pt x="750291" y="412307"/>
                    <a:pt x="737118" y="491849"/>
                  </a:cubicBezTo>
                  <a:cubicBezTo>
                    <a:pt x="733455" y="514028"/>
                    <a:pt x="730195" y="517456"/>
                    <a:pt x="708050" y="517758"/>
                  </a:cubicBezTo>
                  <a:cubicBezTo>
                    <a:pt x="666615" y="518363"/>
                    <a:pt x="625181" y="517758"/>
                    <a:pt x="583780" y="518632"/>
                  </a:cubicBezTo>
                  <a:cubicBezTo>
                    <a:pt x="568691" y="518968"/>
                    <a:pt x="566104" y="513121"/>
                    <a:pt x="567986" y="499545"/>
                  </a:cubicBezTo>
                  <a:cubicBezTo>
                    <a:pt x="581293" y="403066"/>
                    <a:pt x="594063" y="306486"/>
                    <a:pt x="606933" y="209940"/>
                  </a:cubicBezTo>
                  <a:cubicBezTo>
                    <a:pt x="607908" y="202715"/>
                    <a:pt x="608714" y="195490"/>
                    <a:pt x="609017" y="188231"/>
                  </a:cubicBezTo>
                  <a:cubicBezTo>
                    <a:pt x="609991" y="165616"/>
                    <a:pt x="601254" y="159768"/>
                    <a:pt x="580352" y="169514"/>
                  </a:cubicBezTo>
                  <a:cubicBezTo>
                    <a:pt x="551015" y="183191"/>
                    <a:pt x="532835" y="207924"/>
                    <a:pt x="517444" y="235009"/>
                  </a:cubicBezTo>
                  <a:cubicBezTo>
                    <a:pt x="490762" y="282022"/>
                    <a:pt x="484747" y="334378"/>
                    <a:pt x="478328" y="386734"/>
                  </a:cubicBezTo>
                  <a:cubicBezTo>
                    <a:pt x="473489" y="426186"/>
                    <a:pt x="467407" y="465470"/>
                    <a:pt x="462265" y="504854"/>
                  </a:cubicBezTo>
                  <a:cubicBezTo>
                    <a:pt x="461257" y="512617"/>
                    <a:pt x="459308" y="516985"/>
                    <a:pt x="450235" y="516918"/>
                  </a:cubicBezTo>
                  <a:cubicBezTo>
                    <a:pt x="394855" y="516616"/>
                    <a:pt x="339474" y="516784"/>
                    <a:pt x="281036" y="51678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22">
              <a:extLst>
                <a:ext uri="{FF2B5EF4-FFF2-40B4-BE49-F238E27FC236}">
                  <a16:creationId xmlns:a16="http://schemas.microsoft.com/office/drawing/2014/main" id="{8AF92359-BA6F-BBDA-8D7F-F47C8804D9BA}"/>
                </a:ext>
              </a:extLst>
            </p:cNvPr>
            <p:cNvSpPr/>
            <p:nvPr/>
          </p:nvSpPr>
          <p:spPr>
            <a:xfrm rot="5400000">
              <a:off x="11081233" y="5041760"/>
              <a:ext cx="492264" cy="533941"/>
            </a:xfrm>
            <a:custGeom>
              <a:avLst/>
              <a:gdLst/>
              <a:ahLst/>
              <a:cxnLst/>
              <a:rect l="l" t="t" r="r" b="b"/>
              <a:pathLst>
                <a:path w="492264" h="533941" extrusionOk="0">
                  <a:moveTo>
                    <a:pt x="263042" y="100"/>
                  </a:moveTo>
                  <a:cubicBezTo>
                    <a:pt x="400048" y="-3327"/>
                    <a:pt x="488730" y="81457"/>
                    <a:pt x="492091" y="204484"/>
                  </a:cubicBezTo>
                  <a:cubicBezTo>
                    <a:pt x="494914" y="308389"/>
                    <a:pt x="463594" y="398550"/>
                    <a:pt x="385094" y="469288"/>
                  </a:cubicBezTo>
                  <a:cubicBezTo>
                    <a:pt x="308072" y="538648"/>
                    <a:pt x="186961" y="554073"/>
                    <a:pt x="101672" y="506455"/>
                  </a:cubicBezTo>
                  <a:cubicBezTo>
                    <a:pt x="38798" y="471372"/>
                    <a:pt x="9562" y="414042"/>
                    <a:pt x="2303" y="345993"/>
                  </a:cubicBezTo>
                  <a:cubicBezTo>
                    <a:pt x="-10870" y="222798"/>
                    <a:pt x="32514" y="121850"/>
                    <a:pt x="131244" y="46273"/>
                  </a:cubicBezTo>
                  <a:cubicBezTo>
                    <a:pt x="174023" y="13509"/>
                    <a:pt x="223892" y="67"/>
                    <a:pt x="263109" y="100"/>
                  </a:cubicBezTo>
                  <a:close/>
                  <a:moveTo>
                    <a:pt x="171906" y="303516"/>
                  </a:moveTo>
                  <a:cubicBezTo>
                    <a:pt x="177585" y="326065"/>
                    <a:pt x="180979" y="349588"/>
                    <a:pt x="189582" y="370961"/>
                  </a:cubicBezTo>
                  <a:cubicBezTo>
                    <a:pt x="199730" y="396198"/>
                    <a:pt x="223489" y="403053"/>
                    <a:pt x="246273" y="388133"/>
                  </a:cubicBezTo>
                  <a:cubicBezTo>
                    <a:pt x="258875" y="379866"/>
                    <a:pt x="271073" y="368071"/>
                    <a:pt x="278365" y="355032"/>
                  </a:cubicBezTo>
                  <a:cubicBezTo>
                    <a:pt x="309954" y="298610"/>
                    <a:pt x="314591" y="238424"/>
                    <a:pt x="297486" y="176457"/>
                  </a:cubicBezTo>
                  <a:cubicBezTo>
                    <a:pt x="292378" y="157975"/>
                    <a:pt x="279777" y="146784"/>
                    <a:pt x="260555" y="144533"/>
                  </a:cubicBezTo>
                  <a:cubicBezTo>
                    <a:pt x="241467" y="142315"/>
                    <a:pt x="226950" y="150279"/>
                    <a:pt x="216634" y="166376"/>
                  </a:cubicBezTo>
                  <a:cubicBezTo>
                    <a:pt x="190086" y="207911"/>
                    <a:pt x="175535" y="253076"/>
                    <a:pt x="171939" y="3035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22">
              <a:extLst>
                <a:ext uri="{FF2B5EF4-FFF2-40B4-BE49-F238E27FC236}">
                  <a16:creationId xmlns:a16="http://schemas.microsoft.com/office/drawing/2014/main" id="{6E8603A0-A8C3-7DCF-7A59-4E83FADA4B32}"/>
                </a:ext>
              </a:extLst>
            </p:cNvPr>
            <p:cNvSpPr/>
            <p:nvPr/>
          </p:nvSpPr>
          <p:spPr>
            <a:xfrm rot="5400000">
              <a:off x="11081802" y="2871110"/>
              <a:ext cx="485200" cy="530022"/>
            </a:xfrm>
            <a:custGeom>
              <a:avLst/>
              <a:gdLst/>
              <a:ahLst/>
              <a:cxnLst/>
              <a:rect l="l" t="t" r="r" b="b"/>
              <a:pathLst>
                <a:path w="485200" h="530022" extrusionOk="0">
                  <a:moveTo>
                    <a:pt x="485200" y="223253"/>
                  </a:moveTo>
                  <a:cubicBezTo>
                    <a:pt x="484125" y="348766"/>
                    <a:pt x="431970" y="445413"/>
                    <a:pt x="319496" y="503751"/>
                  </a:cubicBezTo>
                  <a:cubicBezTo>
                    <a:pt x="254739" y="537355"/>
                    <a:pt x="185111" y="537994"/>
                    <a:pt x="117666" y="509833"/>
                  </a:cubicBezTo>
                  <a:cubicBezTo>
                    <a:pt x="50255" y="481706"/>
                    <a:pt x="16281" y="426763"/>
                    <a:pt x="4620" y="356226"/>
                  </a:cubicBezTo>
                  <a:cubicBezTo>
                    <a:pt x="-17021" y="225370"/>
                    <a:pt x="38460" y="100495"/>
                    <a:pt x="148112" y="34328"/>
                  </a:cubicBezTo>
                  <a:cubicBezTo>
                    <a:pt x="238408" y="-20145"/>
                    <a:pt x="361064" y="-8720"/>
                    <a:pt x="429887" y="61010"/>
                  </a:cubicBezTo>
                  <a:cubicBezTo>
                    <a:pt x="470582" y="102209"/>
                    <a:pt x="484192" y="153691"/>
                    <a:pt x="485133" y="209777"/>
                  </a:cubicBezTo>
                  <a:cubicBezTo>
                    <a:pt x="485200" y="214247"/>
                    <a:pt x="485133" y="218750"/>
                    <a:pt x="485133" y="223219"/>
                  </a:cubicBezTo>
                  <a:close/>
                  <a:moveTo>
                    <a:pt x="306759" y="223824"/>
                  </a:moveTo>
                  <a:cubicBezTo>
                    <a:pt x="305281" y="213642"/>
                    <a:pt x="303668" y="195764"/>
                    <a:pt x="299837" y="178391"/>
                  </a:cubicBezTo>
                  <a:cubicBezTo>
                    <a:pt x="295267" y="157623"/>
                    <a:pt x="283001" y="143274"/>
                    <a:pt x="260587" y="140048"/>
                  </a:cubicBezTo>
                  <a:cubicBezTo>
                    <a:pt x="239550" y="137023"/>
                    <a:pt x="224764" y="147273"/>
                    <a:pt x="213977" y="163638"/>
                  </a:cubicBezTo>
                  <a:cubicBezTo>
                    <a:pt x="173920" y="224530"/>
                    <a:pt x="165956" y="290563"/>
                    <a:pt x="185884" y="359788"/>
                  </a:cubicBezTo>
                  <a:cubicBezTo>
                    <a:pt x="194520" y="389764"/>
                    <a:pt x="229233" y="400181"/>
                    <a:pt x="253698" y="380254"/>
                  </a:cubicBezTo>
                  <a:cubicBezTo>
                    <a:pt x="265426" y="370710"/>
                    <a:pt x="274768" y="357067"/>
                    <a:pt x="282161" y="343625"/>
                  </a:cubicBezTo>
                  <a:cubicBezTo>
                    <a:pt x="301315" y="308911"/>
                    <a:pt x="305247" y="270367"/>
                    <a:pt x="306759" y="22379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22">
              <a:extLst>
                <a:ext uri="{FF2B5EF4-FFF2-40B4-BE49-F238E27FC236}">
                  <a16:creationId xmlns:a16="http://schemas.microsoft.com/office/drawing/2014/main" id="{B4554A33-C8B8-FCCD-D931-493EDC052EFC}"/>
                </a:ext>
              </a:extLst>
            </p:cNvPr>
            <p:cNvSpPr/>
            <p:nvPr/>
          </p:nvSpPr>
          <p:spPr>
            <a:xfrm rot="5400000">
              <a:off x="11093113" y="4169783"/>
              <a:ext cx="489008" cy="532002"/>
            </a:xfrm>
            <a:custGeom>
              <a:avLst/>
              <a:gdLst/>
              <a:ahLst/>
              <a:cxnLst/>
              <a:rect l="l" t="t" r="r" b="b"/>
              <a:pathLst>
                <a:path w="489008" h="532002" extrusionOk="0">
                  <a:moveTo>
                    <a:pt x="288799" y="525382"/>
                  </a:moveTo>
                  <a:cubicBezTo>
                    <a:pt x="292765" y="500717"/>
                    <a:pt x="296327" y="478403"/>
                    <a:pt x="299687" y="457602"/>
                  </a:cubicBezTo>
                  <a:cubicBezTo>
                    <a:pt x="292294" y="464020"/>
                    <a:pt x="284162" y="470741"/>
                    <a:pt x="276433" y="477933"/>
                  </a:cubicBezTo>
                  <a:cubicBezTo>
                    <a:pt x="229857" y="521047"/>
                    <a:pt x="173603" y="536808"/>
                    <a:pt x="112173" y="530759"/>
                  </a:cubicBezTo>
                  <a:cubicBezTo>
                    <a:pt x="41267" y="523769"/>
                    <a:pt x="-3931" y="464726"/>
                    <a:pt x="270" y="389989"/>
                  </a:cubicBezTo>
                  <a:cubicBezTo>
                    <a:pt x="5579" y="295359"/>
                    <a:pt x="66437" y="229494"/>
                    <a:pt x="167050" y="216690"/>
                  </a:cubicBezTo>
                  <a:cubicBezTo>
                    <a:pt x="215003" y="210608"/>
                    <a:pt x="264167" y="212590"/>
                    <a:pt x="312726" y="213330"/>
                  </a:cubicBezTo>
                  <a:cubicBezTo>
                    <a:pt x="331175" y="213599"/>
                    <a:pt x="335644" y="206239"/>
                    <a:pt x="337022" y="190680"/>
                  </a:cubicBezTo>
                  <a:cubicBezTo>
                    <a:pt x="340181" y="155026"/>
                    <a:pt x="318170" y="129049"/>
                    <a:pt x="280062" y="125857"/>
                  </a:cubicBezTo>
                  <a:cubicBezTo>
                    <a:pt x="236174" y="122160"/>
                    <a:pt x="194370" y="131805"/>
                    <a:pt x="153843" y="147767"/>
                  </a:cubicBezTo>
                  <a:cubicBezTo>
                    <a:pt x="138351" y="153850"/>
                    <a:pt x="123229" y="160873"/>
                    <a:pt x="105620" y="168434"/>
                  </a:cubicBezTo>
                  <a:cubicBezTo>
                    <a:pt x="95371" y="136644"/>
                    <a:pt x="84618" y="106198"/>
                    <a:pt x="76351" y="75080"/>
                  </a:cubicBezTo>
                  <a:cubicBezTo>
                    <a:pt x="74771" y="69065"/>
                    <a:pt x="81055" y="56564"/>
                    <a:pt x="86970" y="53641"/>
                  </a:cubicBezTo>
                  <a:cubicBezTo>
                    <a:pt x="178005" y="8610"/>
                    <a:pt x="273207" y="-14409"/>
                    <a:pt x="374491" y="9753"/>
                  </a:cubicBezTo>
                  <a:cubicBezTo>
                    <a:pt x="454806" y="28908"/>
                    <a:pt x="494594" y="83414"/>
                    <a:pt x="488377" y="167695"/>
                  </a:cubicBezTo>
                  <a:cubicBezTo>
                    <a:pt x="483168" y="238533"/>
                    <a:pt x="472986" y="308969"/>
                    <a:pt x="465526" y="379639"/>
                  </a:cubicBezTo>
                  <a:cubicBezTo>
                    <a:pt x="461225" y="420200"/>
                    <a:pt x="457696" y="460861"/>
                    <a:pt x="454369" y="501523"/>
                  </a:cubicBezTo>
                  <a:cubicBezTo>
                    <a:pt x="452689" y="522257"/>
                    <a:pt x="450034" y="525382"/>
                    <a:pt x="429065" y="525382"/>
                  </a:cubicBezTo>
                  <a:cubicBezTo>
                    <a:pt x="383262" y="525416"/>
                    <a:pt x="337492" y="525382"/>
                    <a:pt x="288866" y="525382"/>
                  </a:cubicBezTo>
                  <a:close/>
                  <a:moveTo>
                    <a:pt x="322908" y="299593"/>
                  </a:moveTo>
                  <a:cubicBezTo>
                    <a:pt x="284263" y="291897"/>
                    <a:pt x="247701" y="288839"/>
                    <a:pt x="211038" y="297106"/>
                  </a:cubicBezTo>
                  <a:cubicBezTo>
                    <a:pt x="187582" y="302416"/>
                    <a:pt x="166814" y="313270"/>
                    <a:pt x="151121" y="331954"/>
                  </a:cubicBezTo>
                  <a:cubicBezTo>
                    <a:pt x="119633" y="369490"/>
                    <a:pt x="138385" y="422014"/>
                    <a:pt x="186204" y="431625"/>
                  </a:cubicBezTo>
                  <a:cubicBezTo>
                    <a:pt x="209963" y="436397"/>
                    <a:pt x="232041" y="432398"/>
                    <a:pt x="252237" y="419662"/>
                  </a:cubicBezTo>
                  <a:cubicBezTo>
                    <a:pt x="295621" y="392274"/>
                    <a:pt x="316086" y="351109"/>
                    <a:pt x="322908" y="2995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22">
              <a:extLst>
                <a:ext uri="{FF2B5EF4-FFF2-40B4-BE49-F238E27FC236}">
                  <a16:creationId xmlns:a16="http://schemas.microsoft.com/office/drawing/2014/main" id="{91AD73E4-D3F9-5CB4-D3B4-2D9093C7E7AF}"/>
                </a:ext>
              </a:extLst>
            </p:cNvPr>
            <p:cNvSpPr/>
            <p:nvPr/>
          </p:nvSpPr>
          <p:spPr>
            <a:xfrm rot="5400000">
              <a:off x="11086918" y="2411877"/>
              <a:ext cx="478841" cy="495132"/>
            </a:xfrm>
            <a:custGeom>
              <a:avLst/>
              <a:gdLst/>
              <a:ahLst/>
              <a:cxnLst/>
              <a:rect l="l" t="t" r="r" b="b"/>
              <a:pathLst>
                <a:path w="478841" h="495132" extrusionOk="0">
                  <a:moveTo>
                    <a:pt x="232200" y="149406"/>
                  </a:moveTo>
                  <a:lnTo>
                    <a:pt x="54297" y="149406"/>
                  </a:lnTo>
                  <a:cubicBezTo>
                    <a:pt x="61891" y="98495"/>
                    <a:pt x="69184" y="49634"/>
                    <a:pt x="76577" y="0"/>
                  </a:cubicBezTo>
                  <a:lnTo>
                    <a:pt x="478522" y="0"/>
                  </a:lnTo>
                  <a:cubicBezTo>
                    <a:pt x="478522" y="23893"/>
                    <a:pt x="479395" y="46744"/>
                    <a:pt x="478253" y="69461"/>
                  </a:cubicBezTo>
                  <a:cubicBezTo>
                    <a:pt x="477211" y="90497"/>
                    <a:pt x="466122" y="106964"/>
                    <a:pt x="451873" y="122321"/>
                  </a:cubicBezTo>
                  <a:cubicBezTo>
                    <a:pt x="385941" y="193260"/>
                    <a:pt x="320613" y="264737"/>
                    <a:pt x="255084" y="336046"/>
                  </a:cubicBezTo>
                  <a:cubicBezTo>
                    <a:pt x="253606" y="337659"/>
                    <a:pt x="252430" y="339541"/>
                    <a:pt x="249304" y="343742"/>
                  </a:cubicBezTo>
                  <a:lnTo>
                    <a:pt x="438163" y="343742"/>
                  </a:lnTo>
                  <a:cubicBezTo>
                    <a:pt x="436382" y="354764"/>
                    <a:pt x="435138" y="363400"/>
                    <a:pt x="433626" y="371970"/>
                  </a:cubicBezTo>
                  <a:cubicBezTo>
                    <a:pt x="427476" y="406112"/>
                    <a:pt x="420453" y="440153"/>
                    <a:pt x="415412" y="474464"/>
                  </a:cubicBezTo>
                  <a:cubicBezTo>
                    <a:pt x="413093" y="490291"/>
                    <a:pt x="407280" y="495231"/>
                    <a:pt x="390847" y="495131"/>
                  </a:cubicBezTo>
                  <a:cubicBezTo>
                    <a:pt x="267653" y="494358"/>
                    <a:pt x="144492" y="494727"/>
                    <a:pt x="21297" y="494727"/>
                  </a:cubicBezTo>
                  <a:cubicBezTo>
                    <a:pt x="18508" y="494727"/>
                    <a:pt x="15685" y="494458"/>
                    <a:pt x="12896" y="494727"/>
                  </a:cubicBezTo>
                  <a:cubicBezTo>
                    <a:pt x="3318" y="495769"/>
                    <a:pt x="-109" y="491098"/>
                    <a:pt x="59" y="482058"/>
                  </a:cubicBezTo>
                  <a:cubicBezTo>
                    <a:pt x="462" y="459106"/>
                    <a:pt x="-983" y="435986"/>
                    <a:pt x="1504" y="413303"/>
                  </a:cubicBezTo>
                  <a:cubicBezTo>
                    <a:pt x="2613" y="403323"/>
                    <a:pt x="9905" y="392771"/>
                    <a:pt x="17063" y="384907"/>
                  </a:cubicBezTo>
                  <a:cubicBezTo>
                    <a:pt x="83298" y="311952"/>
                    <a:pt x="150137" y="239534"/>
                    <a:pt x="216775" y="166948"/>
                  </a:cubicBezTo>
                  <a:cubicBezTo>
                    <a:pt x="220909" y="162445"/>
                    <a:pt x="224840" y="157774"/>
                    <a:pt x="232166" y="14940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22">
              <a:extLst>
                <a:ext uri="{FF2B5EF4-FFF2-40B4-BE49-F238E27FC236}">
                  <a16:creationId xmlns:a16="http://schemas.microsoft.com/office/drawing/2014/main" id="{546CC903-C18B-70FE-48A2-C2A1E806E5FB}"/>
                </a:ext>
              </a:extLst>
            </p:cNvPr>
            <p:cNvSpPr/>
            <p:nvPr/>
          </p:nvSpPr>
          <p:spPr>
            <a:xfrm rot="5400000">
              <a:off x="11219643" y="4563687"/>
              <a:ext cx="353756" cy="663525"/>
            </a:xfrm>
            <a:custGeom>
              <a:avLst/>
              <a:gdLst/>
              <a:ahLst/>
              <a:cxnLst/>
              <a:rect l="l" t="t" r="r" b="b"/>
              <a:pathLst>
                <a:path w="353756" h="663525" extrusionOk="0">
                  <a:moveTo>
                    <a:pt x="353756" y="158950"/>
                  </a:moveTo>
                  <a:cubicBezTo>
                    <a:pt x="347069" y="200216"/>
                    <a:pt x="341255" y="238257"/>
                    <a:pt x="334232" y="276096"/>
                  </a:cubicBezTo>
                  <a:cubicBezTo>
                    <a:pt x="333627" y="279456"/>
                    <a:pt x="325360" y="283455"/>
                    <a:pt x="320521" y="283589"/>
                  </a:cubicBezTo>
                  <a:cubicBezTo>
                    <a:pt x="295351" y="284262"/>
                    <a:pt x="270148" y="284530"/>
                    <a:pt x="244978" y="283455"/>
                  </a:cubicBezTo>
                  <a:cubicBezTo>
                    <a:pt x="231234" y="282884"/>
                    <a:pt x="224647" y="286748"/>
                    <a:pt x="222832" y="301198"/>
                  </a:cubicBezTo>
                  <a:cubicBezTo>
                    <a:pt x="215137" y="363367"/>
                    <a:pt x="206198" y="425401"/>
                    <a:pt x="198503" y="487603"/>
                  </a:cubicBezTo>
                  <a:cubicBezTo>
                    <a:pt x="194537" y="519662"/>
                    <a:pt x="208080" y="531558"/>
                    <a:pt x="239870" y="524367"/>
                  </a:cubicBezTo>
                  <a:cubicBezTo>
                    <a:pt x="262183" y="519326"/>
                    <a:pt x="284094" y="512571"/>
                    <a:pt x="308793" y="505850"/>
                  </a:cubicBezTo>
                  <a:cubicBezTo>
                    <a:pt x="308255" y="512302"/>
                    <a:pt x="307987" y="517444"/>
                    <a:pt x="307348" y="522552"/>
                  </a:cubicBezTo>
                  <a:cubicBezTo>
                    <a:pt x="304626" y="544193"/>
                    <a:pt x="301232" y="565734"/>
                    <a:pt x="299115" y="587442"/>
                  </a:cubicBezTo>
                  <a:cubicBezTo>
                    <a:pt x="296931" y="610025"/>
                    <a:pt x="286816" y="627734"/>
                    <a:pt x="266082" y="636337"/>
                  </a:cubicBezTo>
                  <a:cubicBezTo>
                    <a:pt x="210365" y="659424"/>
                    <a:pt x="152800" y="671622"/>
                    <a:pt x="92480" y="657508"/>
                  </a:cubicBezTo>
                  <a:cubicBezTo>
                    <a:pt x="45400" y="646486"/>
                    <a:pt x="19692" y="614662"/>
                    <a:pt x="23759" y="566372"/>
                  </a:cubicBezTo>
                  <a:cubicBezTo>
                    <a:pt x="31286" y="477219"/>
                    <a:pt x="41569" y="388301"/>
                    <a:pt x="50709" y="299316"/>
                  </a:cubicBezTo>
                  <a:cubicBezTo>
                    <a:pt x="51180" y="294914"/>
                    <a:pt x="51785" y="290512"/>
                    <a:pt x="52558" y="283925"/>
                  </a:cubicBezTo>
                  <a:lnTo>
                    <a:pt x="0" y="283925"/>
                  </a:lnTo>
                  <a:cubicBezTo>
                    <a:pt x="3562" y="254051"/>
                    <a:pt x="6855" y="226495"/>
                    <a:pt x="10149" y="198939"/>
                  </a:cubicBezTo>
                  <a:cubicBezTo>
                    <a:pt x="10216" y="198368"/>
                    <a:pt x="10350" y="197830"/>
                    <a:pt x="10418" y="197293"/>
                  </a:cubicBezTo>
                  <a:cubicBezTo>
                    <a:pt x="16298" y="156799"/>
                    <a:pt x="16231" y="156564"/>
                    <a:pt x="56826" y="149305"/>
                  </a:cubicBezTo>
                  <a:cubicBezTo>
                    <a:pt x="68856" y="147155"/>
                    <a:pt x="76081" y="140971"/>
                    <a:pt x="78635" y="129311"/>
                  </a:cubicBezTo>
                  <a:cubicBezTo>
                    <a:pt x="81290" y="117314"/>
                    <a:pt x="83104" y="105082"/>
                    <a:pt x="86095" y="93186"/>
                  </a:cubicBezTo>
                  <a:cubicBezTo>
                    <a:pt x="91136" y="73090"/>
                    <a:pt x="102326" y="56489"/>
                    <a:pt x="121850" y="49298"/>
                  </a:cubicBezTo>
                  <a:cubicBezTo>
                    <a:pt x="167889" y="32328"/>
                    <a:pt x="214532" y="17071"/>
                    <a:pt x="264200" y="0"/>
                  </a:cubicBezTo>
                  <a:cubicBezTo>
                    <a:pt x="257613" y="53566"/>
                    <a:pt x="251296" y="105250"/>
                    <a:pt x="244709" y="158950"/>
                  </a:cubicBezTo>
                  <a:lnTo>
                    <a:pt x="353622" y="1589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7" name="Google Shape;207;p22">
            <a:extLst>
              <a:ext uri="{FF2B5EF4-FFF2-40B4-BE49-F238E27FC236}">
                <a16:creationId xmlns:a16="http://schemas.microsoft.com/office/drawing/2014/main" id="{2895D0AF-3BAC-4810-CC12-09934E463B33}"/>
              </a:ext>
            </a:extLst>
          </p:cNvPr>
          <p:cNvSpPr/>
          <p:nvPr/>
        </p:nvSpPr>
        <p:spPr>
          <a:xfrm>
            <a:off x="710121" y="1678265"/>
            <a:ext cx="181456" cy="181456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>
            <a:extLst>
              <a:ext uri="{FF2B5EF4-FFF2-40B4-BE49-F238E27FC236}">
                <a16:creationId xmlns:a16="http://schemas.microsoft.com/office/drawing/2014/main" id="{E023C48C-2D0E-434D-893F-9B2B7E48DF19}"/>
              </a:ext>
            </a:extLst>
          </p:cNvPr>
          <p:cNvSpPr/>
          <p:nvPr/>
        </p:nvSpPr>
        <p:spPr>
          <a:xfrm>
            <a:off x="711417" y="2181904"/>
            <a:ext cx="181456" cy="181456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>
            <a:extLst>
              <a:ext uri="{FF2B5EF4-FFF2-40B4-BE49-F238E27FC236}">
                <a16:creationId xmlns:a16="http://schemas.microsoft.com/office/drawing/2014/main" id="{895C0DCD-843F-B5A8-91D6-968A12B87AE3}"/>
              </a:ext>
            </a:extLst>
          </p:cNvPr>
          <p:cNvSpPr/>
          <p:nvPr/>
        </p:nvSpPr>
        <p:spPr>
          <a:xfrm>
            <a:off x="706463" y="2692398"/>
            <a:ext cx="181456" cy="181456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>
            <a:extLst>
              <a:ext uri="{FF2B5EF4-FFF2-40B4-BE49-F238E27FC236}">
                <a16:creationId xmlns:a16="http://schemas.microsoft.com/office/drawing/2014/main" id="{76C3E7D6-7DB9-2AC7-2DD0-1111E3BE69DA}"/>
              </a:ext>
            </a:extLst>
          </p:cNvPr>
          <p:cNvSpPr txBox="1"/>
          <p:nvPr/>
        </p:nvSpPr>
        <p:spPr>
          <a:xfrm>
            <a:off x="956108" y="1590199"/>
            <a:ext cx="544469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/>
            <a:r>
              <a:rPr lang="en-US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Table booking improves perceived service quality</a:t>
            </a:r>
            <a:endParaRPr lang="en-IN" dirty="0">
              <a:latin typeface="Poppins" panose="00000500000000000000" pitchFamily="2" charset="0"/>
              <a:ea typeface="Calibri" panose="020F0502020204030204" pitchFamily="34" charset="0"/>
              <a:cs typeface="Poppins" panose="00000500000000000000" pitchFamily="2" charset="0"/>
            </a:endParaRPr>
          </a:p>
        </p:txBody>
      </p:sp>
      <p:sp>
        <p:nvSpPr>
          <p:cNvPr id="231" name="Google Shape;231;p22">
            <a:extLst>
              <a:ext uri="{FF2B5EF4-FFF2-40B4-BE49-F238E27FC236}">
                <a16:creationId xmlns:a16="http://schemas.microsoft.com/office/drawing/2014/main" id="{2573FC18-EEF1-6394-09C0-FB93CC14AE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8499" y="592137"/>
            <a:ext cx="5935981" cy="757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dirty="0"/>
              <a:t>Service Feature Impact</a:t>
            </a:r>
            <a:br>
              <a:rPr lang="en-IN" dirty="0"/>
            </a:br>
            <a:r>
              <a:rPr lang="en-US" sz="1800" dirty="0"/>
              <a:t>Table booking Impact</a:t>
            </a:r>
            <a:endParaRPr dirty="0"/>
          </a:p>
        </p:txBody>
      </p:sp>
      <p:sp>
        <p:nvSpPr>
          <p:cNvPr id="6" name="Google Shape;212;p22">
            <a:extLst>
              <a:ext uri="{FF2B5EF4-FFF2-40B4-BE49-F238E27FC236}">
                <a16:creationId xmlns:a16="http://schemas.microsoft.com/office/drawing/2014/main" id="{C2485A89-ECB3-A514-6CB2-C49A067E20E9}"/>
              </a:ext>
            </a:extLst>
          </p:cNvPr>
          <p:cNvSpPr txBox="1"/>
          <p:nvPr/>
        </p:nvSpPr>
        <p:spPr>
          <a:xfrm>
            <a:off x="956109" y="2118764"/>
            <a:ext cx="7886949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/>
            <a:r>
              <a:rPr lang="en-IN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Only 7% of restaurants offer table booking, while 93% do not, indicating low adoption.</a:t>
            </a:r>
          </a:p>
        </p:txBody>
      </p:sp>
      <p:sp>
        <p:nvSpPr>
          <p:cNvPr id="3" name="Google Shape;212;p22">
            <a:extLst>
              <a:ext uri="{FF2B5EF4-FFF2-40B4-BE49-F238E27FC236}">
                <a16:creationId xmlns:a16="http://schemas.microsoft.com/office/drawing/2014/main" id="{54D99579-1457-136A-0EA5-D88B38D0D593}"/>
              </a:ext>
            </a:extLst>
          </p:cNvPr>
          <p:cNvSpPr txBox="1"/>
          <p:nvPr/>
        </p:nvSpPr>
        <p:spPr>
          <a:xfrm>
            <a:off x="940208" y="2667472"/>
            <a:ext cx="901402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/>
            <a:r>
              <a:rPr lang="en-IN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This suggests that table booking improves customer experience and perceived service quality.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9E55406-ED33-40B0-9594-31C05CB7D4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6889033"/>
              </p:ext>
            </p:extLst>
          </p:nvPr>
        </p:nvGraphicFramePr>
        <p:xfrm>
          <a:off x="1947539" y="3053445"/>
          <a:ext cx="3437899" cy="37881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4018918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8C0A5DC0-43D5-966C-C3E1-DBFCAF384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2">
            <a:extLst>
              <a:ext uri="{FF2B5EF4-FFF2-40B4-BE49-F238E27FC236}">
                <a16:creationId xmlns:a16="http://schemas.microsoft.com/office/drawing/2014/main" id="{3946272C-A836-4515-8115-DCB860BE2DC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20091" y="-16364"/>
            <a:ext cx="3171909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2">
            <a:extLst>
              <a:ext uri="{FF2B5EF4-FFF2-40B4-BE49-F238E27FC236}">
                <a16:creationId xmlns:a16="http://schemas.microsoft.com/office/drawing/2014/main" id="{A09A3823-BD54-EDEF-F80B-D8DF44CBDC6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8199422" y="628962"/>
            <a:ext cx="356384" cy="178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2">
            <a:extLst>
              <a:ext uri="{FF2B5EF4-FFF2-40B4-BE49-F238E27FC236}">
                <a16:creationId xmlns:a16="http://schemas.microsoft.com/office/drawing/2014/main" id="{1DEB7CB2-B06C-A5FA-39D4-04A2979DF67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315726" y="464457"/>
            <a:ext cx="1544422" cy="774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>
            <a:extLst>
              <a:ext uri="{FF2B5EF4-FFF2-40B4-BE49-F238E27FC236}">
                <a16:creationId xmlns:a16="http://schemas.microsoft.com/office/drawing/2014/main" id="{7D909D26-8854-1C48-5FF8-AA7559D931C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589488">
            <a:off x="533303" y="747190"/>
            <a:ext cx="202415" cy="158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2">
            <a:extLst>
              <a:ext uri="{FF2B5EF4-FFF2-40B4-BE49-F238E27FC236}">
                <a16:creationId xmlns:a16="http://schemas.microsoft.com/office/drawing/2014/main" id="{B4228847-53C1-1F17-F602-E072E98A1A39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605715">
            <a:off x="5825144" y="655080"/>
            <a:ext cx="124112" cy="970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0" name="Google Shape;200;p22">
            <a:extLst>
              <a:ext uri="{FF2B5EF4-FFF2-40B4-BE49-F238E27FC236}">
                <a16:creationId xmlns:a16="http://schemas.microsoft.com/office/drawing/2014/main" id="{E3827022-236A-8FA5-58B4-E29A43AC79C1}"/>
              </a:ext>
            </a:extLst>
          </p:cNvPr>
          <p:cNvGrpSpPr/>
          <p:nvPr/>
        </p:nvGrpSpPr>
        <p:grpSpPr>
          <a:xfrm>
            <a:off x="10760641" y="2365829"/>
            <a:ext cx="685825" cy="3214201"/>
            <a:chOff x="11059391" y="2420023"/>
            <a:chExt cx="668892" cy="3134840"/>
          </a:xfrm>
        </p:grpSpPr>
        <p:sp>
          <p:nvSpPr>
            <p:cNvPr id="201" name="Google Shape;201;p22">
              <a:extLst>
                <a:ext uri="{FF2B5EF4-FFF2-40B4-BE49-F238E27FC236}">
                  <a16:creationId xmlns:a16="http://schemas.microsoft.com/office/drawing/2014/main" id="{799868C9-AA62-EDFB-2341-F06CD8360868}"/>
                </a:ext>
              </a:extLst>
            </p:cNvPr>
            <p:cNvSpPr/>
            <p:nvPr/>
          </p:nvSpPr>
          <p:spPr>
            <a:xfrm rot="5400000">
              <a:off x="10934570" y="3523986"/>
              <a:ext cx="793785" cy="518645"/>
            </a:xfrm>
            <a:custGeom>
              <a:avLst/>
              <a:gdLst/>
              <a:ahLst/>
              <a:cxnLst/>
              <a:rect l="l" t="t" r="r" b="b"/>
              <a:pathLst>
                <a:path w="793785" h="518645" extrusionOk="0">
                  <a:moveTo>
                    <a:pt x="280968" y="516784"/>
                  </a:moveTo>
                  <a:cubicBezTo>
                    <a:pt x="287790" y="470409"/>
                    <a:pt x="294343" y="426253"/>
                    <a:pt x="300795" y="382063"/>
                  </a:cubicBezTo>
                  <a:cubicBezTo>
                    <a:pt x="309600" y="321675"/>
                    <a:pt x="318370" y="261321"/>
                    <a:pt x="327108" y="200934"/>
                  </a:cubicBezTo>
                  <a:cubicBezTo>
                    <a:pt x="328922" y="188366"/>
                    <a:pt x="329897" y="175529"/>
                    <a:pt x="316488" y="168371"/>
                  </a:cubicBezTo>
                  <a:cubicBezTo>
                    <a:pt x="302879" y="161079"/>
                    <a:pt x="291655" y="167867"/>
                    <a:pt x="281506" y="176671"/>
                  </a:cubicBezTo>
                  <a:cubicBezTo>
                    <a:pt x="238492" y="213905"/>
                    <a:pt x="214834" y="261960"/>
                    <a:pt x="205929" y="317172"/>
                  </a:cubicBezTo>
                  <a:cubicBezTo>
                    <a:pt x="196386" y="376283"/>
                    <a:pt x="188522" y="435696"/>
                    <a:pt x="180625" y="495075"/>
                  </a:cubicBezTo>
                  <a:cubicBezTo>
                    <a:pt x="178474" y="511205"/>
                    <a:pt x="172392" y="518363"/>
                    <a:pt x="154884" y="517994"/>
                  </a:cubicBezTo>
                  <a:cubicBezTo>
                    <a:pt x="104040" y="516985"/>
                    <a:pt x="53163" y="517624"/>
                    <a:pt x="0" y="517624"/>
                  </a:cubicBezTo>
                  <a:cubicBezTo>
                    <a:pt x="706" y="510399"/>
                    <a:pt x="1109" y="504014"/>
                    <a:pt x="1983" y="497730"/>
                  </a:cubicBezTo>
                  <a:cubicBezTo>
                    <a:pt x="18785" y="377459"/>
                    <a:pt x="36259" y="257255"/>
                    <a:pt x="52020" y="136850"/>
                  </a:cubicBezTo>
                  <a:cubicBezTo>
                    <a:pt x="56153" y="105362"/>
                    <a:pt x="55347" y="73169"/>
                    <a:pt x="56053" y="41278"/>
                  </a:cubicBezTo>
                  <a:cubicBezTo>
                    <a:pt x="56288" y="29987"/>
                    <a:pt x="59312" y="23233"/>
                    <a:pt x="71679" y="22258"/>
                  </a:cubicBezTo>
                  <a:cubicBezTo>
                    <a:pt x="121346" y="18461"/>
                    <a:pt x="171014" y="14294"/>
                    <a:pt x="220682" y="10362"/>
                  </a:cubicBezTo>
                  <a:cubicBezTo>
                    <a:pt x="222765" y="10194"/>
                    <a:pt x="224916" y="10900"/>
                    <a:pt x="229318" y="11505"/>
                  </a:cubicBezTo>
                  <a:lnTo>
                    <a:pt x="229318" y="147973"/>
                  </a:lnTo>
                  <a:cubicBezTo>
                    <a:pt x="237148" y="136716"/>
                    <a:pt x="245986" y="124047"/>
                    <a:pt x="254790" y="111378"/>
                  </a:cubicBezTo>
                  <a:cubicBezTo>
                    <a:pt x="280061" y="74950"/>
                    <a:pt x="311649" y="45244"/>
                    <a:pt x="349656" y="22493"/>
                  </a:cubicBezTo>
                  <a:cubicBezTo>
                    <a:pt x="358259" y="17352"/>
                    <a:pt x="367400" y="12849"/>
                    <a:pt x="376742" y="9220"/>
                  </a:cubicBezTo>
                  <a:cubicBezTo>
                    <a:pt x="448051" y="-18471"/>
                    <a:pt x="506052" y="18024"/>
                    <a:pt x="511832" y="94407"/>
                  </a:cubicBezTo>
                  <a:cubicBezTo>
                    <a:pt x="512941" y="109261"/>
                    <a:pt x="512000" y="124282"/>
                    <a:pt x="515562" y="140681"/>
                  </a:cubicBezTo>
                  <a:cubicBezTo>
                    <a:pt x="526719" y="126533"/>
                    <a:pt x="536901" y="111445"/>
                    <a:pt x="549201" y="98373"/>
                  </a:cubicBezTo>
                  <a:cubicBezTo>
                    <a:pt x="572489" y="73606"/>
                    <a:pt x="595071" y="47596"/>
                    <a:pt x="621484" y="26560"/>
                  </a:cubicBezTo>
                  <a:cubicBezTo>
                    <a:pt x="650586" y="3372"/>
                    <a:pt x="686644" y="-2441"/>
                    <a:pt x="723542" y="3137"/>
                  </a:cubicBezTo>
                  <a:cubicBezTo>
                    <a:pt x="769647" y="10093"/>
                    <a:pt x="796464" y="39833"/>
                    <a:pt x="793574" y="86342"/>
                  </a:cubicBezTo>
                  <a:cubicBezTo>
                    <a:pt x="790112" y="142126"/>
                    <a:pt x="784097" y="197876"/>
                    <a:pt x="776099" y="253223"/>
                  </a:cubicBezTo>
                  <a:cubicBezTo>
                    <a:pt x="764573" y="332967"/>
                    <a:pt x="750291" y="412307"/>
                    <a:pt x="737118" y="491849"/>
                  </a:cubicBezTo>
                  <a:cubicBezTo>
                    <a:pt x="733455" y="514028"/>
                    <a:pt x="730195" y="517456"/>
                    <a:pt x="708050" y="517758"/>
                  </a:cubicBezTo>
                  <a:cubicBezTo>
                    <a:pt x="666615" y="518363"/>
                    <a:pt x="625181" y="517758"/>
                    <a:pt x="583780" y="518632"/>
                  </a:cubicBezTo>
                  <a:cubicBezTo>
                    <a:pt x="568691" y="518968"/>
                    <a:pt x="566104" y="513121"/>
                    <a:pt x="567986" y="499545"/>
                  </a:cubicBezTo>
                  <a:cubicBezTo>
                    <a:pt x="581293" y="403066"/>
                    <a:pt x="594063" y="306486"/>
                    <a:pt x="606933" y="209940"/>
                  </a:cubicBezTo>
                  <a:cubicBezTo>
                    <a:pt x="607908" y="202715"/>
                    <a:pt x="608714" y="195490"/>
                    <a:pt x="609017" y="188231"/>
                  </a:cubicBezTo>
                  <a:cubicBezTo>
                    <a:pt x="609991" y="165616"/>
                    <a:pt x="601254" y="159768"/>
                    <a:pt x="580352" y="169514"/>
                  </a:cubicBezTo>
                  <a:cubicBezTo>
                    <a:pt x="551015" y="183191"/>
                    <a:pt x="532835" y="207924"/>
                    <a:pt x="517444" y="235009"/>
                  </a:cubicBezTo>
                  <a:cubicBezTo>
                    <a:pt x="490762" y="282022"/>
                    <a:pt x="484747" y="334378"/>
                    <a:pt x="478328" y="386734"/>
                  </a:cubicBezTo>
                  <a:cubicBezTo>
                    <a:pt x="473489" y="426186"/>
                    <a:pt x="467407" y="465470"/>
                    <a:pt x="462265" y="504854"/>
                  </a:cubicBezTo>
                  <a:cubicBezTo>
                    <a:pt x="461257" y="512617"/>
                    <a:pt x="459308" y="516985"/>
                    <a:pt x="450235" y="516918"/>
                  </a:cubicBezTo>
                  <a:cubicBezTo>
                    <a:pt x="394855" y="516616"/>
                    <a:pt x="339474" y="516784"/>
                    <a:pt x="281036" y="51678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22">
              <a:extLst>
                <a:ext uri="{FF2B5EF4-FFF2-40B4-BE49-F238E27FC236}">
                  <a16:creationId xmlns:a16="http://schemas.microsoft.com/office/drawing/2014/main" id="{60093A1A-0516-676E-DE07-9D63A78F8B0C}"/>
                </a:ext>
              </a:extLst>
            </p:cNvPr>
            <p:cNvSpPr/>
            <p:nvPr/>
          </p:nvSpPr>
          <p:spPr>
            <a:xfrm rot="5400000">
              <a:off x="11081233" y="5041760"/>
              <a:ext cx="492264" cy="533941"/>
            </a:xfrm>
            <a:custGeom>
              <a:avLst/>
              <a:gdLst/>
              <a:ahLst/>
              <a:cxnLst/>
              <a:rect l="l" t="t" r="r" b="b"/>
              <a:pathLst>
                <a:path w="492264" h="533941" extrusionOk="0">
                  <a:moveTo>
                    <a:pt x="263042" y="100"/>
                  </a:moveTo>
                  <a:cubicBezTo>
                    <a:pt x="400048" y="-3327"/>
                    <a:pt x="488730" y="81457"/>
                    <a:pt x="492091" y="204484"/>
                  </a:cubicBezTo>
                  <a:cubicBezTo>
                    <a:pt x="494914" y="308389"/>
                    <a:pt x="463594" y="398550"/>
                    <a:pt x="385094" y="469288"/>
                  </a:cubicBezTo>
                  <a:cubicBezTo>
                    <a:pt x="308072" y="538648"/>
                    <a:pt x="186961" y="554073"/>
                    <a:pt x="101672" y="506455"/>
                  </a:cubicBezTo>
                  <a:cubicBezTo>
                    <a:pt x="38798" y="471372"/>
                    <a:pt x="9562" y="414042"/>
                    <a:pt x="2303" y="345993"/>
                  </a:cubicBezTo>
                  <a:cubicBezTo>
                    <a:pt x="-10870" y="222798"/>
                    <a:pt x="32514" y="121850"/>
                    <a:pt x="131244" y="46273"/>
                  </a:cubicBezTo>
                  <a:cubicBezTo>
                    <a:pt x="174023" y="13509"/>
                    <a:pt x="223892" y="67"/>
                    <a:pt x="263109" y="100"/>
                  </a:cubicBezTo>
                  <a:close/>
                  <a:moveTo>
                    <a:pt x="171906" y="303516"/>
                  </a:moveTo>
                  <a:cubicBezTo>
                    <a:pt x="177585" y="326065"/>
                    <a:pt x="180979" y="349588"/>
                    <a:pt x="189582" y="370961"/>
                  </a:cubicBezTo>
                  <a:cubicBezTo>
                    <a:pt x="199730" y="396198"/>
                    <a:pt x="223489" y="403053"/>
                    <a:pt x="246273" y="388133"/>
                  </a:cubicBezTo>
                  <a:cubicBezTo>
                    <a:pt x="258875" y="379866"/>
                    <a:pt x="271073" y="368071"/>
                    <a:pt x="278365" y="355032"/>
                  </a:cubicBezTo>
                  <a:cubicBezTo>
                    <a:pt x="309954" y="298610"/>
                    <a:pt x="314591" y="238424"/>
                    <a:pt x="297486" y="176457"/>
                  </a:cubicBezTo>
                  <a:cubicBezTo>
                    <a:pt x="292378" y="157975"/>
                    <a:pt x="279777" y="146784"/>
                    <a:pt x="260555" y="144533"/>
                  </a:cubicBezTo>
                  <a:cubicBezTo>
                    <a:pt x="241467" y="142315"/>
                    <a:pt x="226950" y="150279"/>
                    <a:pt x="216634" y="166376"/>
                  </a:cubicBezTo>
                  <a:cubicBezTo>
                    <a:pt x="190086" y="207911"/>
                    <a:pt x="175535" y="253076"/>
                    <a:pt x="171939" y="3035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22">
              <a:extLst>
                <a:ext uri="{FF2B5EF4-FFF2-40B4-BE49-F238E27FC236}">
                  <a16:creationId xmlns:a16="http://schemas.microsoft.com/office/drawing/2014/main" id="{21E78025-00D7-0226-6A1C-A239FE7AFB9A}"/>
                </a:ext>
              </a:extLst>
            </p:cNvPr>
            <p:cNvSpPr/>
            <p:nvPr/>
          </p:nvSpPr>
          <p:spPr>
            <a:xfrm rot="5400000">
              <a:off x="11081802" y="2871110"/>
              <a:ext cx="485200" cy="530022"/>
            </a:xfrm>
            <a:custGeom>
              <a:avLst/>
              <a:gdLst/>
              <a:ahLst/>
              <a:cxnLst/>
              <a:rect l="l" t="t" r="r" b="b"/>
              <a:pathLst>
                <a:path w="485200" h="530022" extrusionOk="0">
                  <a:moveTo>
                    <a:pt x="485200" y="223253"/>
                  </a:moveTo>
                  <a:cubicBezTo>
                    <a:pt x="484125" y="348766"/>
                    <a:pt x="431970" y="445413"/>
                    <a:pt x="319496" y="503751"/>
                  </a:cubicBezTo>
                  <a:cubicBezTo>
                    <a:pt x="254739" y="537355"/>
                    <a:pt x="185111" y="537994"/>
                    <a:pt x="117666" y="509833"/>
                  </a:cubicBezTo>
                  <a:cubicBezTo>
                    <a:pt x="50255" y="481706"/>
                    <a:pt x="16281" y="426763"/>
                    <a:pt x="4620" y="356226"/>
                  </a:cubicBezTo>
                  <a:cubicBezTo>
                    <a:pt x="-17021" y="225370"/>
                    <a:pt x="38460" y="100495"/>
                    <a:pt x="148112" y="34328"/>
                  </a:cubicBezTo>
                  <a:cubicBezTo>
                    <a:pt x="238408" y="-20145"/>
                    <a:pt x="361064" y="-8720"/>
                    <a:pt x="429887" y="61010"/>
                  </a:cubicBezTo>
                  <a:cubicBezTo>
                    <a:pt x="470582" y="102209"/>
                    <a:pt x="484192" y="153691"/>
                    <a:pt x="485133" y="209777"/>
                  </a:cubicBezTo>
                  <a:cubicBezTo>
                    <a:pt x="485200" y="214247"/>
                    <a:pt x="485133" y="218750"/>
                    <a:pt x="485133" y="223219"/>
                  </a:cubicBezTo>
                  <a:close/>
                  <a:moveTo>
                    <a:pt x="306759" y="223824"/>
                  </a:moveTo>
                  <a:cubicBezTo>
                    <a:pt x="305281" y="213642"/>
                    <a:pt x="303668" y="195764"/>
                    <a:pt x="299837" y="178391"/>
                  </a:cubicBezTo>
                  <a:cubicBezTo>
                    <a:pt x="295267" y="157623"/>
                    <a:pt x="283001" y="143274"/>
                    <a:pt x="260587" y="140048"/>
                  </a:cubicBezTo>
                  <a:cubicBezTo>
                    <a:pt x="239550" y="137023"/>
                    <a:pt x="224764" y="147273"/>
                    <a:pt x="213977" y="163638"/>
                  </a:cubicBezTo>
                  <a:cubicBezTo>
                    <a:pt x="173920" y="224530"/>
                    <a:pt x="165956" y="290563"/>
                    <a:pt x="185884" y="359788"/>
                  </a:cubicBezTo>
                  <a:cubicBezTo>
                    <a:pt x="194520" y="389764"/>
                    <a:pt x="229233" y="400181"/>
                    <a:pt x="253698" y="380254"/>
                  </a:cubicBezTo>
                  <a:cubicBezTo>
                    <a:pt x="265426" y="370710"/>
                    <a:pt x="274768" y="357067"/>
                    <a:pt x="282161" y="343625"/>
                  </a:cubicBezTo>
                  <a:cubicBezTo>
                    <a:pt x="301315" y="308911"/>
                    <a:pt x="305247" y="270367"/>
                    <a:pt x="306759" y="22379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22">
              <a:extLst>
                <a:ext uri="{FF2B5EF4-FFF2-40B4-BE49-F238E27FC236}">
                  <a16:creationId xmlns:a16="http://schemas.microsoft.com/office/drawing/2014/main" id="{5D6D6D32-1340-3839-424A-33F42FDC7B15}"/>
                </a:ext>
              </a:extLst>
            </p:cNvPr>
            <p:cNvSpPr/>
            <p:nvPr/>
          </p:nvSpPr>
          <p:spPr>
            <a:xfrm rot="5400000">
              <a:off x="11093113" y="4169783"/>
              <a:ext cx="489008" cy="532002"/>
            </a:xfrm>
            <a:custGeom>
              <a:avLst/>
              <a:gdLst/>
              <a:ahLst/>
              <a:cxnLst/>
              <a:rect l="l" t="t" r="r" b="b"/>
              <a:pathLst>
                <a:path w="489008" h="532002" extrusionOk="0">
                  <a:moveTo>
                    <a:pt x="288799" y="525382"/>
                  </a:moveTo>
                  <a:cubicBezTo>
                    <a:pt x="292765" y="500717"/>
                    <a:pt x="296327" y="478403"/>
                    <a:pt x="299687" y="457602"/>
                  </a:cubicBezTo>
                  <a:cubicBezTo>
                    <a:pt x="292294" y="464020"/>
                    <a:pt x="284162" y="470741"/>
                    <a:pt x="276433" y="477933"/>
                  </a:cubicBezTo>
                  <a:cubicBezTo>
                    <a:pt x="229857" y="521047"/>
                    <a:pt x="173603" y="536808"/>
                    <a:pt x="112173" y="530759"/>
                  </a:cubicBezTo>
                  <a:cubicBezTo>
                    <a:pt x="41267" y="523769"/>
                    <a:pt x="-3931" y="464726"/>
                    <a:pt x="270" y="389989"/>
                  </a:cubicBezTo>
                  <a:cubicBezTo>
                    <a:pt x="5579" y="295359"/>
                    <a:pt x="66437" y="229494"/>
                    <a:pt x="167050" y="216690"/>
                  </a:cubicBezTo>
                  <a:cubicBezTo>
                    <a:pt x="215003" y="210608"/>
                    <a:pt x="264167" y="212590"/>
                    <a:pt x="312726" y="213330"/>
                  </a:cubicBezTo>
                  <a:cubicBezTo>
                    <a:pt x="331175" y="213599"/>
                    <a:pt x="335644" y="206239"/>
                    <a:pt x="337022" y="190680"/>
                  </a:cubicBezTo>
                  <a:cubicBezTo>
                    <a:pt x="340181" y="155026"/>
                    <a:pt x="318170" y="129049"/>
                    <a:pt x="280062" y="125857"/>
                  </a:cubicBezTo>
                  <a:cubicBezTo>
                    <a:pt x="236174" y="122160"/>
                    <a:pt x="194370" y="131805"/>
                    <a:pt x="153843" y="147767"/>
                  </a:cubicBezTo>
                  <a:cubicBezTo>
                    <a:pt x="138351" y="153850"/>
                    <a:pt x="123229" y="160873"/>
                    <a:pt x="105620" y="168434"/>
                  </a:cubicBezTo>
                  <a:cubicBezTo>
                    <a:pt x="95371" y="136644"/>
                    <a:pt x="84618" y="106198"/>
                    <a:pt x="76351" y="75080"/>
                  </a:cubicBezTo>
                  <a:cubicBezTo>
                    <a:pt x="74771" y="69065"/>
                    <a:pt x="81055" y="56564"/>
                    <a:pt x="86970" y="53641"/>
                  </a:cubicBezTo>
                  <a:cubicBezTo>
                    <a:pt x="178005" y="8610"/>
                    <a:pt x="273207" y="-14409"/>
                    <a:pt x="374491" y="9753"/>
                  </a:cubicBezTo>
                  <a:cubicBezTo>
                    <a:pt x="454806" y="28908"/>
                    <a:pt x="494594" y="83414"/>
                    <a:pt x="488377" y="167695"/>
                  </a:cubicBezTo>
                  <a:cubicBezTo>
                    <a:pt x="483168" y="238533"/>
                    <a:pt x="472986" y="308969"/>
                    <a:pt x="465526" y="379639"/>
                  </a:cubicBezTo>
                  <a:cubicBezTo>
                    <a:pt x="461225" y="420200"/>
                    <a:pt x="457696" y="460861"/>
                    <a:pt x="454369" y="501523"/>
                  </a:cubicBezTo>
                  <a:cubicBezTo>
                    <a:pt x="452689" y="522257"/>
                    <a:pt x="450034" y="525382"/>
                    <a:pt x="429065" y="525382"/>
                  </a:cubicBezTo>
                  <a:cubicBezTo>
                    <a:pt x="383262" y="525416"/>
                    <a:pt x="337492" y="525382"/>
                    <a:pt x="288866" y="525382"/>
                  </a:cubicBezTo>
                  <a:close/>
                  <a:moveTo>
                    <a:pt x="322908" y="299593"/>
                  </a:moveTo>
                  <a:cubicBezTo>
                    <a:pt x="284263" y="291897"/>
                    <a:pt x="247701" y="288839"/>
                    <a:pt x="211038" y="297106"/>
                  </a:cubicBezTo>
                  <a:cubicBezTo>
                    <a:pt x="187582" y="302416"/>
                    <a:pt x="166814" y="313270"/>
                    <a:pt x="151121" y="331954"/>
                  </a:cubicBezTo>
                  <a:cubicBezTo>
                    <a:pt x="119633" y="369490"/>
                    <a:pt x="138385" y="422014"/>
                    <a:pt x="186204" y="431625"/>
                  </a:cubicBezTo>
                  <a:cubicBezTo>
                    <a:pt x="209963" y="436397"/>
                    <a:pt x="232041" y="432398"/>
                    <a:pt x="252237" y="419662"/>
                  </a:cubicBezTo>
                  <a:cubicBezTo>
                    <a:pt x="295621" y="392274"/>
                    <a:pt x="316086" y="351109"/>
                    <a:pt x="322908" y="2995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22">
              <a:extLst>
                <a:ext uri="{FF2B5EF4-FFF2-40B4-BE49-F238E27FC236}">
                  <a16:creationId xmlns:a16="http://schemas.microsoft.com/office/drawing/2014/main" id="{39ED8198-7EFE-A748-E41A-14F05267ACFD}"/>
                </a:ext>
              </a:extLst>
            </p:cNvPr>
            <p:cNvSpPr/>
            <p:nvPr/>
          </p:nvSpPr>
          <p:spPr>
            <a:xfrm rot="5400000">
              <a:off x="11086918" y="2411877"/>
              <a:ext cx="478841" cy="495132"/>
            </a:xfrm>
            <a:custGeom>
              <a:avLst/>
              <a:gdLst/>
              <a:ahLst/>
              <a:cxnLst/>
              <a:rect l="l" t="t" r="r" b="b"/>
              <a:pathLst>
                <a:path w="478841" h="495132" extrusionOk="0">
                  <a:moveTo>
                    <a:pt x="232200" y="149406"/>
                  </a:moveTo>
                  <a:lnTo>
                    <a:pt x="54297" y="149406"/>
                  </a:lnTo>
                  <a:cubicBezTo>
                    <a:pt x="61891" y="98495"/>
                    <a:pt x="69184" y="49634"/>
                    <a:pt x="76577" y="0"/>
                  </a:cubicBezTo>
                  <a:lnTo>
                    <a:pt x="478522" y="0"/>
                  </a:lnTo>
                  <a:cubicBezTo>
                    <a:pt x="478522" y="23893"/>
                    <a:pt x="479395" y="46744"/>
                    <a:pt x="478253" y="69461"/>
                  </a:cubicBezTo>
                  <a:cubicBezTo>
                    <a:pt x="477211" y="90497"/>
                    <a:pt x="466122" y="106964"/>
                    <a:pt x="451873" y="122321"/>
                  </a:cubicBezTo>
                  <a:cubicBezTo>
                    <a:pt x="385941" y="193260"/>
                    <a:pt x="320613" y="264737"/>
                    <a:pt x="255084" y="336046"/>
                  </a:cubicBezTo>
                  <a:cubicBezTo>
                    <a:pt x="253606" y="337659"/>
                    <a:pt x="252430" y="339541"/>
                    <a:pt x="249304" y="343742"/>
                  </a:cubicBezTo>
                  <a:lnTo>
                    <a:pt x="438163" y="343742"/>
                  </a:lnTo>
                  <a:cubicBezTo>
                    <a:pt x="436382" y="354764"/>
                    <a:pt x="435138" y="363400"/>
                    <a:pt x="433626" y="371970"/>
                  </a:cubicBezTo>
                  <a:cubicBezTo>
                    <a:pt x="427476" y="406112"/>
                    <a:pt x="420453" y="440153"/>
                    <a:pt x="415412" y="474464"/>
                  </a:cubicBezTo>
                  <a:cubicBezTo>
                    <a:pt x="413093" y="490291"/>
                    <a:pt x="407280" y="495231"/>
                    <a:pt x="390847" y="495131"/>
                  </a:cubicBezTo>
                  <a:cubicBezTo>
                    <a:pt x="267653" y="494358"/>
                    <a:pt x="144492" y="494727"/>
                    <a:pt x="21297" y="494727"/>
                  </a:cubicBezTo>
                  <a:cubicBezTo>
                    <a:pt x="18508" y="494727"/>
                    <a:pt x="15685" y="494458"/>
                    <a:pt x="12896" y="494727"/>
                  </a:cubicBezTo>
                  <a:cubicBezTo>
                    <a:pt x="3318" y="495769"/>
                    <a:pt x="-109" y="491098"/>
                    <a:pt x="59" y="482058"/>
                  </a:cubicBezTo>
                  <a:cubicBezTo>
                    <a:pt x="462" y="459106"/>
                    <a:pt x="-983" y="435986"/>
                    <a:pt x="1504" y="413303"/>
                  </a:cubicBezTo>
                  <a:cubicBezTo>
                    <a:pt x="2613" y="403323"/>
                    <a:pt x="9905" y="392771"/>
                    <a:pt x="17063" y="384907"/>
                  </a:cubicBezTo>
                  <a:cubicBezTo>
                    <a:pt x="83298" y="311952"/>
                    <a:pt x="150137" y="239534"/>
                    <a:pt x="216775" y="166948"/>
                  </a:cubicBezTo>
                  <a:cubicBezTo>
                    <a:pt x="220909" y="162445"/>
                    <a:pt x="224840" y="157774"/>
                    <a:pt x="232166" y="14940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22">
              <a:extLst>
                <a:ext uri="{FF2B5EF4-FFF2-40B4-BE49-F238E27FC236}">
                  <a16:creationId xmlns:a16="http://schemas.microsoft.com/office/drawing/2014/main" id="{4092B2E3-01B3-C399-7C25-5FD56A4755D1}"/>
                </a:ext>
              </a:extLst>
            </p:cNvPr>
            <p:cNvSpPr/>
            <p:nvPr/>
          </p:nvSpPr>
          <p:spPr>
            <a:xfrm rot="5400000">
              <a:off x="11219643" y="4563687"/>
              <a:ext cx="353756" cy="663525"/>
            </a:xfrm>
            <a:custGeom>
              <a:avLst/>
              <a:gdLst/>
              <a:ahLst/>
              <a:cxnLst/>
              <a:rect l="l" t="t" r="r" b="b"/>
              <a:pathLst>
                <a:path w="353756" h="663525" extrusionOk="0">
                  <a:moveTo>
                    <a:pt x="353756" y="158950"/>
                  </a:moveTo>
                  <a:cubicBezTo>
                    <a:pt x="347069" y="200216"/>
                    <a:pt x="341255" y="238257"/>
                    <a:pt x="334232" y="276096"/>
                  </a:cubicBezTo>
                  <a:cubicBezTo>
                    <a:pt x="333627" y="279456"/>
                    <a:pt x="325360" y="283455"/>
                    <a:pt x="320521" y="283589"/>
                  </a:cubicBezTo>
                  <a:cubicBezTo>
                    <a:pt x="295351" y="284262"/>
                    <a:pt x="270148" y="284530"/>
                    <a:pt x="244978" y="283455"/>
                  </a:cubicBezTo>
                  <a:cubicBezTo>
                    <a:pt x="231234" y="282884"/>
                    <a:pt x="224647" y="286748"/>
                    <a:pt x="222832" y="301198"/>
                  </a:cubicBezTo>
                  <a:cubicBezTo>
                    <a:pt x="215137" y="363367"/>
                    <a:pt x="206198" y="425401"/>
                    <a:pt x="198503" y="487603"/>
                  </a:cubicBezTo>
                  <a:cubicBezTo>
                    <a:pt x="194537" y="519662"/>
                    <a:pt x="208080" y="531558"/>
                    <a:pt x="239870" y="524367"/>
                  </a:cubicBezTo>
                  <a:cubicBezTo>
                    <a:pt x="262183" y="519326"/>
                    <a:pt x="284094" y="512571"/>
                    <a:pt x="308793" y="505850"/>
                  </a:cubicBezTo>
                  <a:cubicBezTo>
                    <a:pt x="308255" y="512302"/>
                    <a:pt x="307987" y="517444"/>
                    <a:pt x="307348" y="522552"/>
                  </a:cubicBezTo>
                  <a:cubicBezTo>
                    <a:pt x="304626" y="544193"/>
                    <a:pt x="301232" y="565734"/>
                    <a:pt x="299115" y="587442"/>
                  </a:cubicBezTo>
                  <a:cubicBezTo>
                    <a:pt x="296931" y="610025"/>
                    <a:pt x="286816" y="627734"/>
                    <a:pt x="266082" y="636337"/>
                  </a:cubicBezTo>
                  <a:cubicBezTo>
                    <a:pt x="210365" y="659424"/>
                    <a:pt x="152800" y="671622"/>
                    <a:pt x="92480" y="657508"/>
                  </a:cubicBezTo>
                  <a:cubicBezTo>
                    <a:pt x="45400" y="646486"/>
                    <a:pt x="19692" y="614662"/>
                    <a:pt x="23759" y="566372"/>
                  </a:cubicBezTo>
                  <a:cubicBezTo>
                    <a:pt x="31286" y="477219"/>
                    <a:pt x="41569" y="388301"/>
                    <a:pt x="50709" y="299316"/>
                  </a:cubicBezTo>
                  <a:cubicBezTo>
                    <a:pt x="51180" y="294914"/>
                    <a:pt x="51785" y="290512"/>
                    <a:pt x="52558" y="283925"/>
                  </a:cubicBezTo>
                  <a:lnTo>
                    <a:pt x="0" y="283925"/>
                  </a:lnTo>
                  <a:cubicBezTo>
                    <a:pt x="3562" y="254051"/>
                    <a:pt x="6855" y="226495"/>
                    <a:pt x="10149" y="198939"/>
                  </a:cubicBezTo>
                  <a:cubicBezTo>
                    <a:pt x="10216" y="198368"/>
                    <a:pt x="10350" y="197830"/>
                    <a:pt x="10418" y="197293"/>
                  </a:cubicBezTo>
                  <a:cubicBezTo>
                    <a:pt x="16298" y="156799"/>
                    <a:pt x="16231" y="156564"/>
                    <a:pt x="56826" y="149305"/>
                  </a:cubicBezTo>
                  <a:cubicBezTo>
                    <a:pt x="68856" y="147155"/>
                    <a:pt x="76081" y="140971"/>
                    <a:pt x="78635" y="129311"/>
                  </a:cubicBezTo>
                  <a:cubicBezTo>
                    <a:pt x="81290" y="117314"/>
                    <a:pt x="83104" y="105082"/>
                    <a:pt x="86095" y="93186"/>
                  </a:cubicBezTo>
                  <a:cubicBezTo>
                    <a:pt x="91136" y="73090"/>
                    <a:pt x="102326" y="56489"/>
                    <a:pt x="121850" y="49298"/>
                  </a:cubicBezTo>
                  <a:cubicBezTo>
                    <a:pt x="167889" y="32328"/>
                    <a:pt x="214532" y="17071"/>
                    <a:pt x="264200" y="0"/>
                  </a:cubicBezTo>
                  <a:cubicBezTo>
                    <a:pt x="257613" y="53566"/>
                    <a:pt x="251296" y="105250"/>
                    <a:pt x="244709" y="158950"/>
                  </a:cubicBezTo>
                  <a:lnTo>
                    <a:pt x="353622" y="1589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7" name="Google Shape;207;p22">
            <a:extLst>
              <a:ext uri="{FF2B5EF4-FFF2-40B4-BE49-F238E27FC236}">
                <a16:creationId xmlns:a16="http://schemas.microsoft.com/office/drawing/2014/main" id="{EFBAC839-CC24-2F8C-A05B-D00EEAF6EB27}"/>
              </a:ext>
            </a:extLst>
          </p:cNvPr>
          <p:cNvSpPr/>
          <p:nvPr/>
        </p:nvSpPr>
        <p:spPr>
          <a:xfrm>
            <a:off x="713133" y="1672272"/>
            <a:ext cx="181456" cy="181456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>
            <a:extLst>
              <a:ext uri="{FF2B5EF4-FFF2-40B4-BE49-F238E27FC236}">
                <a16:creationId xmlns:a16="http://schemas.microsoft.com/office/drawing/2014/main" id="{DC37F25F-FACC-015D-BB0C-102E672B26C5}"/>
              </a:ext>
            </a:extLst>
          </p:cNvPr>
          <p:cNvSpPr txBox="1"/>
          <p:nvPr/>
        </p:nvSpPr>
        <p:spPr>
          <a:xfrm>
            <a:off x="917867" y="1631115"/>
            <a:ext cx="3825815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/>
            <a:r>
              <a:rPr lang="en-US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Canada</a:t>
            </a:r>
            <a:endParaRPr lang="en-IN" sz="1200" dirty="0">
              <a:latin typeface="Poppins" panose="00000500000000000000" pitchFamily="2" charset="0"/>
              <a:ea typeface="Calibri" panose="020F0502020204030204" pitchFamily="34" charset="0"/>
              <a:cs typeface="Poppins" panose="00000500000000000000" pitchFamily="2" charset="0"/>
            </a:endParaRPr>
          </a:p>
        </p:txBody>
      </p:sp>
      <p:sp>
        <p:nvSpPr>
          <p:cNvPr id="209" name="Google Shape;209;p22">
            <a:extLst>
              <a:ext uri="{FF2B5EF4-FFF2-40B4-BE49-F238E27FC236}">
                <a16:creationId xmlns:a16="http://schemas.microsoft.com/office/drawing/2014/main" id="{3AAFD42C-269D-75F0-2593-62431A3318A8}"/>
              </a:ext>
            </a:extLst>
          </p:cNvPr>
          <p:cNvSpPr/>
          <p:nvPr/>
        </p:nvSpPr>
        <p:spPr>
          <a:xfrm>
            <a:off x="713133" y="2092682"/>
            <a:ext cx="181456" cy="181456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>
            <a:extLst>
              <a:ext uri="{FF2B5EF4-FFF2-40B4-BE49-F238E27FC236}">
                <a16:creationId xmlns:a16="http://schemas.microsoft.com/office/drawing/2014/main" id="{59E6F4D0-3E64-3E04-5567-B1E765D09D58}"/>
              </a:ext>
            </a:extLst>
          </p:cNvPr>
          <p:cNvSpPr txBox="1"/>
          <p:nvPr/>
        </p:nvSpPr>
        <p:spPr>
          <a:xfrm>
            <a:off x="913475" y="2036413"/>
            <a:ext cx="405089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/>
            <a:r>
              <a:rPr lang="en-IN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Indonesia</a:t>
            </a:r>
          </a:p>
        </p:txBody>
      </p:sp>
      <p:sp>
        <p:nvSpPr>
          <p:cNvPr id="211" name="Google Shape;211;p22">
            <a:extLst>
              <a:ext uri="{FF2B5EF4-FFF2-40B4-BE49-F238E27FC236}">
                <a16:creationId xmlns:a16="http://schemas.microsoft.com/office/drawing/2014/main" id="{A8108FE3-9DF4-AA14-EA1F-A4F195A125A9}"/>
              </a:ext>
            </a:extLst>
          </p:cNvPr>
          <p:cNvSpPr/>
          <p:nvPr/>
        </p:nvSpPr>
        <p:spPr>
          <a:xfrm>
            <a:off x="712822" y="2496912"/>
            <a:ext cx="181456" cy="181456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>
            <a:extLst>
              <a:ext uri="{FF2B5EF4-FFF2-40B4-BE49-F238E27FC236}">
                <a16:creationId xmlns:a16="http://schemas.microsoft.com/office/drawing/2014/main" id="{3A756311-6B79-A296-143D-3926B987A7CD}"/>
              </a:ext>
            </a:extLst>
          </p:cNvPr>
          <p:cNvSpPr txBox="1"/>
          <p:nvPr/>
        </p:nvSpPr>
        <p:spPr>
          <a:xfrm>
            <a:off x="900281" y="4439721"/>
            <a:ext cx="3291522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/>
            <a:r>
              <a:rPr lang="en-US" dirty="0" err="1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Philleppines</a:t>
            </a:r>
            <a:endParaRPr lang="en-IN" dirty="0">
              <a:latin typeface="Poppins" panose="00000500000000000000" pitchFamily="2" charset="0"/>
              <a:ea typeface="Calibri" panose="020F0502020204030204" pitchFamily="34" charset="0"/>
              <a:cs typeface="Poppins" panose="00000500000000000000" pitchFamily="2" charset="0"/>
            </a:endParaRPr>
          </a:p>
        </p:txBody>
      </p:sp>
      <p:sp>
        <p:nvSpPr>
          <p:cNvPr id="231" name="Google Shape;231;p22">
            <a:extLst>
              <a:ext uri="{FF2B5EF4-FFF2-40B4-BE49-F238E27FC236}">
                <a16:creationId xmlns:a16="http://schemas.microsoft.com/office/drawing/2014/main" id="{5A11FA14-8E7A-A787-246C-B7C01FF3FD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8499" y="592137"/>
            <a:ext cx="5258301" cy="757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dirty="0"/>
              <a:t>Recommended Countries</a:t>
            </a:r>
            <a:br>
              <a:rPr lang="en-IN" dirty="0"/>
            </a:br>
            <a:r>
              <a:rPr lang="en-IN" sz="1800" dirty="0"/>
              <a:t>Target Markets for Expansion</a:t>
            </a:r>
            <a:endParaRPr dirty="0"/>
          </a:p>
        </p:txBody>
      </p:sp>
      <p:sp>
        <p:nvSpPr>
          <p:cNvPr id="5" name="Google Shape;211;p22">
            <a:extLst>
              <a:ext uri="{FF2B5EF4-FFF2-40B4-BE49-F238E27FC236}">
                <a16:creationId xmlns:a16="http://schemas.microsoft.com/office/drawing/2014/main" id="{538706F9-AA39-5F3D-3310-9BC27E9A613A}"/>
              </a:ext>
            </a:extLst>
          </p:cNvPr>
          <p:cNvSpPr/>
          <p:nvPr/>
        </p:nvSpPr>
        <p:spPr>
          <a:xfrm>
            <a:off x="712011" y="2917322"/>
            <a:ext cx="181456" cy="181456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12;p22">
            <a:extLst>
              <a:ext uri="{FF2B5EF4-FFF2-40B4-BE49-F238E27FC236}">
                <a16:creationId xmlns:a16="http://schemas.microsoft.com/office/drawing/2014/main" id="{C77D42E0-C54D-E6C7-E988-C136714F5533}"/>
              </a:ext>
            </a:extLst>
          </p:cNvPr>
          <p:cNvSpPr txBox="1"/>
          <p:nvPr/>
        </p:nvSpPr>
        <p:spPr>
          <a:xfrm>
            <a:off x="929425" y="2463633"/>
            <a:ext cx="3825815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/>
            <a:r>
              <a:rPr lang="en-IN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Qatar</a:t>
            </a:r>
          </a:p>
        </p:txBody>
      </p:sp>
      <p:sp>
        <p:nvSpPr>
          <p:cNvPr id="7" name="Google Shape;211;p22">
            <a:extLst>
              <a:ext uri="{FF2B5EF4-FFF2-40B4-BE49-F238E27FC236}">
                <a16:creationId xmlns:a16="http://schemas.microsoft.com/office/drawing/2014/main" id="{23F6A71E-B736-0300-93BE-C08005F08451}"/>
              </a:ext>
            </a:extLst>
          </p:cNvPr>
          <p:cNvSpPr/>
          <p:nvPr/>
        </p:nvSpPr>
        <p:spPr>
          <a:xfrm>
            <a:off x="712011" y="3348798"/>
            <a:ext cx="181456" cy="181456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212;p22">
            <a:extLst>
              <a:ext uri="{FF2B5EF4-FFF2-40B4-BE49-F238E27FC236}">
                <a16:creationId xmlns:a16="http://schemas.microsoft.com/office/drawing/2014/main" id="{DA2CA6DF-3081-F0C6-FECC-2D1C58D725BD}"/>
              </a:ext>
            </a:extLst>
          </p:cNvPr>
          <p:cNvSpPr txBox="1"/>
          <p:nvPr/>
        </p:nvSpPr>
        <p:spPr>
          <a:xfrm>
            <a:off x="903084" y="2887598"/>
            <a:ext cx="4071673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/>
            <a:r>
              <a:rPr lang="en-IN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Turkey</a:t>
            </a:r>
          </a:p>
        </p:txBody>
      </p:sp>
      <p:sp>
        <p:nvSpPr>
          <p:cNvPr id="9" name="Google Shape;211;p22">
            <a:extLst>
              <a:ext uri="{FF2B5EF4-FFF2-40B4-BE49-F238E27FC236}">
                <a16:creationId xmlns:a16="http://schemas.microsoft.com/office/drawing/2014/main" id="{F799213D-CE02-3F90-A3A1-EA0112F9D79E}"/>
              </a:ext>
            </a:extLst>
          </p:cNvPr>
          <p:cNvSpPr/>
          <p:nvPr/>
        </p:nvSpPr>
        <p:spPr>
          <a:xfrm>
            <a:off x="716449" y="3768949"/>
            <a:ext cx="181456" cy="181456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56D8B8D-3179-E99C-8B90-FECD33ABA3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8185599"/>
              </p:ext>
            </p:extLst>
          </p:nvPr>
        </p:nvGraphicFramePr>
        <p:xfrm>
          <a:off x="3957337" y="2234120"/>
          <a:ext cx="4620910" cy="3172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1" name="Google Shape;211;p22">
            <a:extLst>
              <a:ext uri="{FF2B5EF4-FFF2-40B4-BE49-F238E27FC236}">
                <a16:creationId xmlns:a16="http://schemas.microsoft.com/office/drawing/2014/main" id="{F562EE0A-9696-3551-8131-97AC0CCA5220}"/>
              </a:ext>
            </a:extLst>
          </p:cNvPr>
          <p:cNvSpPr/>
          <p:nvPr/>
        </p:nvSpPr>
        <p:spPr>
          <a:xfrm>
            <a:off x="712011" y="4130818"/>
            <a:ext cx="181456" cy="181456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211;p22">
            <a:extLst>
              <a:ext uri="{FF2B5EF4-FFF2-40B4-BE49-F238E27FC236}">
                <a16:creationId xmlns:a16="http://schemas.microsoft.com/office/drawing/2014/main" id="{34C3ED8E-2F51-852A-18EC-434CDE1317E4}"/>
              </a:ext>
            </a:extLst>
          </p:cNvPr>
          <p:cNvSpPr/>
          <p:nvPr/>
        </p:nvSpPr>
        <p:spPr>
          <a:xfrm>
            <a:off x="714350" y="4517484"/>
            <a:ext cx="181456" cy="181456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211;p22">
            <a:extLst>
              <a:ext uri="{FF2B5EF4-FFF2-40B4-BE49-F238E27FC236}">
                <a16:creationId xmlns:a16="http://schemas.microsoft.com/office/drawing/2014/main" id="{000141C6-B3C4-AF4C-1243-0007220A72ED}"/>
              </a:ext>
            </a:extLst>
          </p:cNvPr>
          <p:cNvSpPr/>
          <p:nvPr/>
        </p:nvSpPr>
        <p:spPr>
          <a:xfrm>
            <a:off x="712011" y="4950258"/>
            <a:ext cx="181456" cy="181456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212;p22">
            <a:extLst>
              <a:ext uri="{FF2B5EF4-FFF2-40B4-BE49-F238E27FC236}">
                <a16:creationId xmlns:a16="http://schemas.microsoft.com/office/drawing/2014/main" id="{3F8BA216-4F2B-C090-E91B-CCACBBD46444}"/>
              </a:ext>
            </a:extLst>
          </p:cNvPr>
          <p:cNvSpPr txBox="1"/>
          <p:nvPr/>
        </p:nvSpPr>
        <p:spPr>
          <a:xfrm>
            <a:off x="903085" y="3280800"/>
            <a:ext cx="4071673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/>
            <a:r>
              <a:rPr lang="en-IN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Sri Lanka</a:t>
            </a:r>
          </a:p>
        </p:txBody>
      </p:sp>
      <p:sp>
        <p:nvSpPr>
          <p:cNvPr id="15" name="Google Shape;212;p22">
            <a:extLst>
              <a:ext uri="{FF2B5EF4-FFF2-40B4-BE49-F238E27FC236}">
                <a16:creationId xmlns:a16="http://schemas.microsoft.com/office/drawing/2014/main" id="{104BA2F2-869B-C3A3-1C79-C76119D6B067}"/>
              </a:ext>
            </a:extLst>
          </p:cNvPr>
          <p:cNvSpPr txBox="1"/>
          <p:nvPr/>
        </p:nvSpPr>
        <p:spPr>
          <a:xfrm>
            <a:off x="903950" y="3690784"/>
            <a:ext cx="4071673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/>
            <a:r>
              <a:rPr lang="en-IN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Singapore</a:t>
            </a:r>
          </a:p>
        </p:txBody>
      </p:sp>
      <p:sp>
        <p:nvSpPr>
          <p:cNvPr id="16" name="Google Shape;212;p22">
            <a:extLst>
              <a:ext uri="{FF2B5EF4-FFF2-40B4-BE49-F238E27FC236}">
                <a16:creationId xmlns:a16="http://schemas.microsoft.com/office/drawing/2014/main" id="{2704FCCC-449E-6859-128E-31A18D1C409C}"/>
              </a:ext>
            </a:extLst>
          </p:cNvPr>
          <p:cNvSpPr txBox="1"/>
          <p:nvPr/>
        </p:nvSpPr>
        <p:spPr>
          <a:xfrm>
            <a:off x="903950" y="4114749"/>
            <a:ext cx="4071673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/>
            <a:r>
              <a:rPr lang="en-IN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Australia</a:t>
            </a:r>
          </a:p>
        </p:txBody>
      </p:sp>
      <p:sp>
        <p:nvSpPr>
          <p:cNvPr id="17" name="Google Shape;212;p22">
            <a:extLst>
              <a:ext uri="{FF2B5EF4-FFF2-40B4-BE49-F238E27FC236}">
                <a16:creationId xmlns:a16="http://schemas.microsoft.com/office/drawing/2014/main" id="{9387CC6A-1448-8839-2635-BE1E27D2988C}"/>
              </a:ext>
            </a:extLst>
          </p:cNvPr>
          <p:cNvSpPr txBox="1"/>
          <p:nvPr/>
        </p:nvSpPr>
        <p:spPr>
          <a:xfrm>
            <a:off x="913475" y="4866392"/>
            <a:ext cx="4071673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1"/>
            <a:r>
              <a:rPr lang="en-IN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New Zealand</a:t>
            </a:r>
          </a:p>
        </p:txBody>
      </p:sp>
    </p:spTree>
    <p:extLst>
      <p:ext uri="{BB962C8B-B14F-4D97-AF65-F5344CB8AC3E}">
        <p14:creationId xmlns:p14="http://schemas.microsoft.com/office/powerpoint/2010/main" val="4077043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35371" y="0"/>
            <a:ext cx="374545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89488">
            <a:off x="566055" y="670537"/>
            <a:ext cx="202415" cy="158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605715">
            <a:off x="6609760" y="433084"/>
            <a:ext cx="124112" cy="97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192727" y="765879"/>
            <a:ext cx="1544422" cy="7743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0" name="Google Shape;240;p23"/>
          <p:cNvGrpSpPr/>
          <p:nvPr/>
        </p:nvGrpSpPr>
        <p:grpSpPr>
          <a:xfrm>
            <a:off x="8278049" y="3727953"/>
            <a:ext cx="5156200" cy="2388046"/>
            <a:chOff x="6337300" y="2806700"/>
            <a:chExt cx="7924800" cy="3670299"/>
          </a:xfrm>
        </p:grpSpPr>
        <p:pic>
          <p:nvPicPr>
            <p:cNvPr id="241" name="Google Shape;241;p23" descr="A black background with a black square&#10;&#10;Description automatically generated with medium confidence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337300" y="6045200"/>
              <a:ext cx="7924800" cy="406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2" name="Google Shape;242;p23" descr="A sandwich on a plate&#10;&#10;Description automatically generated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442200" y="2806700"/>
              <a:ext cx="5505447" cy="367029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3" name="Google Shape;243;p23"/>
          <p:cNvGrpSpPr/>
          <p:nvPr/>
        </p:nvGrpSpPr>
        <p:grpSpPr>
          <a:xfrm>
            <a:off x="9583959" y="2794589"/>
            <a:ext cx="2408036" cy="513810"/>
            <a:chOff x="8753449" y="924310"/>
            <a:chExt cx="3134840" cy="668892"/>
          </a:xfrm>
        </p:grpSpPr>
        <p:sp>
          <p:nvSpPr>
            <p:cNvPr id="244" name="Google Shape;244;p23"/>
            <p:cNvSpPr/>
            <p:nvPr/>
          </p:nvSpPr>
          <p:spPr>
            <a:xfrm>
              <a:off x="9719843" y="1061808"/>
              <a:ext cx="793785" cy="518645"/>
            </a:xfrm>
            <a:custGeom>
              <a:avLst/>
              <a:gdLst/>
              <a:ahLst/>
              <a:cxnLst/>
              <a:rect l="l" t="t" r="r" b="b"/>
              <a:pathLst>
                <a:path w="793785" h="518645" extrusionOk="0">
                  <a:moveTo>
                    <a:pt x="280968" y="516784"/>
                  </a:moveTo>
                  <a:cubicBezTo>
                    <a:pt x="287790" y="470409"/>
                    <a:pt x="294343" y="426253"/>
                    <a:pt x="300795" y="382063"/>
                  </a:cubicBezTo>
                  <a:cubicBezTo>
                    <a:pt x="309600" y="321675"/>
                    <a:pt x="318370" y="261321"/>
                    <a:pt x="327108" y="200934"/>
                  </a:cubicBezTo>
                  <a:cubicBezTo>
                    <a:pt x="328922" y="188366"/>
                    <a:pt x="329897" y="175529"/>
                    <a:pt x="316488" y="168371"/>
                  </a:cubicBezTo>
                  <a:cubicBezTo>
                    <a:pt x="302879" y="161079"/>
                    <a:pt x="291655" y="167867"/>
                    <a:pt x="281506" y="176671"/>
                  </a:cubicBezTo>
                  <a:cubicBezTo>
                    <a:pt x="238492" y="213905"/>
                    <a:pt x="214834" y="261960"/>
                    <a:pt x="205929" y="317172"/>
                  </a:cubicBezTo>
                  <a:cubicBezTo>
                    <a:pt x="196386" y="376283"/>
                    <a:pt x="188522" y="435696"/>
                    <a:pt x="180625" y="495075"/>
                  </a:cubicBezTo>
                  <a:cubicBezTo>
                    <a:pt x="178474" y="511205"/>
                    <a:pt x="172392" y="518363"/>
                    <a:pt x="154884" y="517994"/>
                  </a:cubicBezTo>
                  <a:cubicBezTo>
                    <a:pt x="104040" y="516985"/>
                    <a:pt x="53163" y="517624"/>
                    <a:pt x="0" y="517624"/>
                  </a:cubicBezTo>
                  <a:cubicBezTo>
                    <a:pt x="706" y="510399"/>
                    <a:pt x="1109" y="504014"/>
                    <a:pt x="1983" y="497730"/>
                  </a:cubicBezTo>
                  <a:cubicBezTo>
                    <a:pt x="18785" y="377459"/>
                    <a:pt x="36259" y="257255"/>
                    <a:pt x="52020" y="136850"/>
                  </a:cubicBezTo>
                  <a:cubicBezTo>
                    <a:pt x="56153" y="105362"/>
                    <a:pt x="55347" y="73169"/>
                    <a:pt x="56053" y="41278"/>
                  </a:cubicBezTo>
                  <a:cubicBezTo>
                    <a:pt x="56288" y="29987"/>
                    <a:pt x="59312" y="23233"/>
                    <a:pt x="71679" y="22258"/>
                  </a:cubicBezTo>
                  <a:cubicBezTo>
                    <a:pt x="121346" y="18461"/>
                    <a:pt x="171014" y="14294"/>
                    <a:pt x="220682" y="10362"/>
                  </a:cubicBezTo>
                  <a:cubicBezTo>
                    <a:pt x="222765" y="10194"/>
                    <a:pt x="224916" y="10900"/>
                    <a:pt x="229318" y="11505"/>
                  </a:cubicBezTo>
                  <a:lnTo>
                    <a:pt x="229318" y="147973"/>
                  </a:lnTo>
                  <a:cubicBezTo>
                    <a:pt x="237148" y="136716"/>
                    <a:pt x="245986" y="124047"/>
                    <a:pt x="254790" y="111378"/>
                  </a:cubicBezTo>
                  <a:cubicBezTo>
                    <a:pt x="280061" y="74950"/>
                    <a:pt x="311649" y="45244"/>
                    <a:pt x="349656" y="22493"/>
                  </a:cubicBezTo>
                  <a:cubicBezTo>
                    <a:pt x="358259" y="17352"/>
                    <a:pt x="367400" y="12849"/>
                    <a:pt x="376742" y="9220"/>
                  </a:cubicBezTo>
                  <a:cubicBezTo>
                    <a:pt x="448051" y="-18471"/>
                    <a:pt x="506052" y="18024"/>
                    <a:pt x="511832" y="94407"/>
                  </a:cubicBezTo>
                  <a:cubicBezTo>
                    <a:pt x="512941" y="109261"/>
                    <a:pt x="512000" y="124282"/>
                    <a:pt x="515562" y="140681"/>
                  </a:cubicBezTo>
                  <a:cubicBezTo>
                    <a:pt x="526719" y="126533"/>
                    <a:pt x="536901" y="111445"/>
                    <a:pt x="549201" y="98373"/>
                  </a:cubicBezTo>
                  <a:cubicBezTo>
                    <a:pt x="572489" y="73606"/>
                    <a:pt x="595071" y="47596"/>
                    <a:pt x="621484" y="26560"/>
                  </a:cubicBezTo>
                  <a:cubicBezTo>
                    <a:pt x="650586" y="3372"/>
                    <a:pt x="686644" y="-2441"/>
                    <a:pt x="723542" y="3137"/>
                  </a:cubicBezTo>
                  <a:cubicBezTo>
                    <a:pt x="769647" y="10093"/>
                    <a:pt x="796464" y="39833"/>
                    <a:pt x="793574" y="86342"/>
                  </a:cubicBezTo>
                  <a:cubicBezTo>
                    <a:pt x="790112" y="142126"/>
                    <a:pt x="784097" y="197876"/>
                    <a:pt x="776099" y="253223"/>
                  </a:cubicBezTo>
                  <a:cubicBezTo>
                    <a:pt x="764573" y="332967"/>
                    <a:pt x="750291" y="412307"/>
                    <a:pt x="737118" y="491849"/>
                  </a:cubicBezTo>
                  <a:cubicBezTo>
                    <a:pt x="733455" y="514028"/>
                    <a:pt x="730195" y="517456"/>
                    <a:pt x="708050" y="517758"/>
                  </a:cubicBezTo>
                  <a:cubicBezTo>
                    <a:pt x="666615" y="518363"/>
                    <a:pt x="625181" y="517758"/>
                    <a:pt x="583780" y="518632"/>
                  </a:cubicBezTo>
                  <a:cubicBezTo>
                    <a:pt x="568691" y="518968"/>
                    <a:pt x="566104" y="513121"/>
                    <a:pt x="567986" y="499545"/>
                  </a:cubicBezTo>
                  <a:cubicBezTo>
                    <a:pt x="581293" y="403066"/>
                    <a:pt x="594063" y="306486"/>
                    <a:pt x="606933" y="209940"/>
                  </a:cubicBezTo>
                  <a:cubicBezTo>
                    <a:pt x="607908" y="202715"/>
                    <a:pt x="608714" y="195490"/>
                    <a:pt x="609017" y="188231"/>
                  </a:cubicBezTo>
                  <a:cubicBezTo>
                    <a:pt x="609991" y="165616"/>
                    <a:pt x="601254" y="159768"/>
                    <a:pt x="580352" y="169514"/>
                  </a:cubicBezTo>
                  <a:cubicBezTo>
                    <a:pt x="551015" y="183191"/>
                    <a:pt x="532835" y="207924"/>
                    <a:pt x="517444" y="235009"/>
                  </a:cubicBezTo>
                  <a:cubicBezTo>
                    <a:pt x="490762" y="282022"/>
                    <a:pt x="484747" y="334378"/>
                    <a:pt x="478328" y="386734"/>
                  </a:cubicBezTo>
                  <a:cubicBezTo>
                    <a:pt x="473489" y="426186"/>
                    <a:pt x="467407" y="465470"/>
                    <a:pt x="462265" y="504854"/>
                  </a:cubicBezTo>
                  <a:cubicBezTo>
                    <a:pt x="461257" y="512617"/>
                    <a:pt x="459308" y="516985"/>
                    <a:pt x="450235" y="516918"/>
                  </a:cubicBezTo>
                  <a:cubicBezTo>
                    <a:pt x="394855" y="516616"/>
                    <a:pt x="339474" y="516784"/>
                    <a:pt x="281036" y="51678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23"/>
            <p:cNvSpPr/>
            <p:nvPr/>
          </p:nvSpPr>
          <p:spPr>
            <a:xfrm>
              <a:off x="11396025" y="1058258"/>
              <a:ext cx="492264" cy="533941"/>
            </a:xfrm>
            <a:custGeom>
              <a:avLst/>
              <a:gdLst/>
              <a:ahLst/>
              <a:cxnLst/>
              <a:rect l="l" t="t" r="r" b="b"/>
              <a:pathLst>
                <a:path w="492264" h="533941" extrusionOk="0">
                  <a:moveTo>
                    <a:pt x="263042" y="100"/>
                  </a:moveTo>
                  <a:cubicBezTo>
                    <a:pt x="400048" y="-3327"/>
                    <a:pt x="488730" y="81457"/>
                    <a:pt x="492091" y="204484"/>
                  </a:cubicBezTo>
                  <a:cubicBezTo>
                    <a:pt x="494914" y="308389"/>
                    <a:pt x="463594" y="398550"/>
                    <a:pt x="385094" y="469288"/>
                  </a:cubicBezTo>
                  <a:cubicBezTo>
                    <a:pt x="308072" y="538648"/>
                    <a:pt x="186961" y="554073"/>
                    <a:pt x="101672" y="506455"/>
                  </a:cubicBezTo>
                  <a:cubicBezTo>
                    <a:pt x="38798" y="471372"/>
                    <a:pt x="9562" y="414042"/>
                    <a:pt x="2303" y="345993"/>
                  </a:cubicBezTo>
                  <a:cubicBezTo>
                    <a:pt x="-10870" y="222798"/>
                    <a:pt x="32514" y="121850"/>
                    <a:pt x="131244" y="46273"/>
                  </a:cubicBezTo>
                  <a:cubicBezTo>
                    <a:pt x="174023" y="13509"/>
                    <a:pt x="223892" y="67"/>
                    <a:pt x="263109" y="100"/>
                  </a:cubicBezTo>
                  <a:close/>
                  <a:moveTo>
                    <a:pt x="171906" y="303516"/>
                  </a:moveTo>
                  <a:cubicBezTo>
                    <a:pt x="177585" y="326065"/>
                    <a:pt x="180979" y="349588"/>
                    <a:pt x="189582" y="370961"/>
                  </a:cubicBezTo>
                  <a:cubicBezTo>
                    <a:pt x="199730" y="396198"/>
                    <a:pt x="223489" y="403053"/>
                    <a:pt x="246273" y="388133"/>
                  </a:cubicBezTo>
                  <a:cubicBezTo>
                    <a:pt x="258875" y="379866"/>
                    <a:pt x="271073" y="368071"/>
                    <a:pt x="278365" y="355032"/>
                  </a:cubicBezTo>
                  <a:cubicBezTo>
                    <a:pt x="309954" y="298610"/>
                    <a:pt x="314591" y="238424"/>
                    <a:pt x="297486" y="176457"/>
                  </a:cubicBezTo>
                  <a:cubicBezTo>
                    <a:pt x="292378" y="157975"/>
                    <a:pt x="279777" y="146784"/>
                    <a:pt x="260555" y="144533"/>
                  </a:cubicBezTo>
                  <a:cubicBezTo>
                    <a:pt x="241467" y="142315"/>
                    <a:pt x="226950" y="150279"/>
                    <a:pt x="216634" y="166376"/>
                  </a:cubicBezTo>
                  <a:cubicBezTo>
                    <a:pt x="190086" y="207911"/>
                    <a:pt x="175535" y="253076"/>
                    <a:pt x="171939" y="3035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23"/>
            <p:cNvSpPr/>
            <p:nvPr/>
          </p:nvSpPr>
          <p:spPr>
            <a:xfrm>
              <a:off x="9226948" y="1063180"/>
              <a:ext cx="485200" cy="530022"/>
            </a:xfrm>
            <a:custGeom>
              <a:avLst/>
              <a:gdLst/>
              <a:ahLst/>
              <a:cxnLst/>
              <a:rect l="l" t="t" r="r" b="b"/>
              <a:pathLst>
                <a:path w="485200" h="530022" extrusionOk="0">
                  <a:moveTo>
                    <a:pt x="485200" y="223253"/>
                  </a:moveTo>
                  <a:cubicBezTo>
                    <a:pt x="484125" y="348766"/>
                    <a:pt x="431970" y="445413"/>
                    <a:pt x="319496" y="503751"/>
                  </a:cubicBezTo>
                  <a:cubicBezTo>
                    <a:pt x="254739" y="537355"/>
                    <a:pt x="185111" y="537994"/>
                    <a:pt x="117666" y="509833"/>
                  </a:cubicBezTo>
                  <a:cubicBezTo>
                    <a:pt x="50255" y="481706"/>
                    <a:pt x="16281" y="426763"/>
                    <a:pt x="4620" y="356226"/>
                  </a:cubicBezTo>
                  <a:cubicBezTo>
                    <a:pt x="-17021" y="225370"/>
                    <a:pt x="38460" y="100495"/>
                    <a:pt x="148112" y="34328"/>
                  </a:cubicBezTo>
                  <a:cubicBezTo>
                    <a:pt x="238408" y="-20145"/>
                    <a:pt x="361064" y="-8720"/>
                    <a:pt x="429887" y="61010"/>
                  </a:cubicBezTo>
                  <a:cubicBezTo>
                    <a:pt x="470582" y="102209"/>
                    <a:pt x="484192" y="153691"/>
                    <a:pt x="485133" y="209777"/>
                  </a:cubicBezTo>
                  <a:cubicBezTo>
                    <a:pt x="485200" y="214247"/>
                    <a:pt x="485133" y="218750"/>
                    <a:pt x="485133" y="223219"/>
                  </a:cubicBezTo>
                  <a:close/>
                  <a:moveTo>
                    <a:pt x="306759" y="223824"/>
                  </a:moveTo>
                  <a:cubicBezTo>
                    <a:pt x="305281" y="213642"/>
                    <a:pt x="303668" y="195764"/>
                    <a:pt x="299837" y="178391"/>
                  </a:cubicBezTo>
                  <a:cubicBezTo>
                    <a:pt x="295267" y="157623"/>
                    <a:pt x="283001" y="143274"/>
                    <a:pt x="260587" y="140048"/>
                  </a:cubicBezTo>
                  <a:cubicBezTo>
                    <a:pt x="239550" y="137023"/>
                    <a:pt x="224764" y="147273"/>
                    <a:pt x="213977" y="163638"/>
                  </a:cubicBezTo>
                  <a:cubicBezTo>
                    <a:pt x="173920" y="224530"/>
                    <a:pt x="165956" y="290563"/>
                    <a:pt x="185884" y="359788"/>
                  </a:cubicBezTo>
                  <a:cubicBezTo>
                    <a:pt x="194520" y="389764"/>
                    <a:pt x="229233" y="400181"/>
                    <a:pt x="253698" y="380254"/>
                  </a:cubicBezTo>
                  <a:cubicBezTo>
                    <a:pt x="265426" y="370710"/>
                    <a:pt x="274768" y="357067"/>
                    <a:pt x="282161" y="343625"/>
                  </a:cubicBezTo>
                  <a:cubicBezTo>
                    <a:pt x="301315" y="308911"/>
                    <a:pt x="305247" y="270367"/>
                    <a:pt x="306759" y="22379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23"/>
            <p:cNvSpPr/>
            <p:nvPr/>
          </p:nvSpPr>
          <p:spPr>
            <a:xfrm>
              <a:off x="10524707" y="1048975"/>
              <a:ext cx="489008" cy="532002"/>
            </a:xfrm>
            <a:custGeom>
              <a:avLst/>
              <a:gdLst/>
              <a:ahLst/>
              <a:cxnLst/>
              <a:rect l="l" t="t" r="r" b="b"/>
              <a:pathLst>
                <a:path w="489008" h="532002" extrusionOk="0">
                  <a:moveTo>
                    <a:pt x="288799" y="525382"/>
                  </a:moveTo>
                  <a:cubicBezTo>
                    <a:pt x="292765" y="500717"/>
                    <a:pt x="296327" y="478403"/>
                    <a:pt x="299687" y="457602"/>
                  </a:cubicBezTo>
                  <a:cubicBezTo>
                    <a:pt x="292294" y="464020"/>
                    <a:pt x="284162" y="470741"/>
                    <a:pt x="276433" y="477933"/>
                  </a:cubicBezTo>
                  <a:cubicBezTo>
                    <a:pt x="229857" y="521047"/>
                    <a:pt x="173603" y="536808"/>
                    <a:pt x="112173" y="530759"/>
                  </a:cubicBezTo>
                  <a:cubicBezTo>
                    <a:pt x="41267" y="523769"/>
                    <a:pt x="-3931" y="464726"/>
                    <a:pt x="270" y="389989"/>
                  </a:cubicBezTo>
                  <a:cubicBezTo>
                    <a:pt x="5579" y="295359"/>
                    <a:pt x="66437" y="229494"/>
                    <a:pt x="167050" y="216690"/>
                  </a:cubicBezTo>
                  <a:cubicBezTo>
                    <a:pt x="215003" y="210608"/>
                    <a:pt x="264167" y="212590"/>
                    <a:pt x="312726" y="213330"/>
                  </a:cubicBezTo>
                  <a:cubicBezTo>
                    <a:pt x="331175" y="213599"/>
                    <a:pt x="335644" y="206239"/>
                    <a:pt x="337022" y="190680"/>
                  </a:cubicBezTo>
                  <a:cubicBezTo>
                    <a:pt x="340181" y="155026"/>
                    <a:pt x="318170" y="129049"/>
                    <a:pt x="280062" y="125857"/>
                  </a:cubicBezTo>
                  <a:cubicBezTo>
                    <a:pt x="236174" y="122160"/>
                    <a:pt x="194370" y="131805"/>
                    <a:pt x="153843" y="147767"/>
                  </a:cubicBezTo>
                  <a:cubicBezTo>
                    <a:pt x="138351" y="153850"/>
                    <a:pt x="123229" y="160873"/>
                    <a:pt x="105620" y="168434"/>
                  </a:cubicBezTo>
                  <a:cubicBezTo>
                    <a:pt x="95371" y="136644"/>
                    <a:pt x="84618" y="106198"/>
                    <a:pt x="76351" y="75080"/>
                  </a:cubicBezTo>
                  <a:cubicBezTo>
                    <a:pt x="74771" y="69065"/>
                    <a:pt x="81055" y="56564"/>
                    <a:pt x="86970" y="53641"/>
                  </a:cubicBezTo>
                  <a:cubicBezTo>
                    <a:pt x="178005" y="8610"/>
                    <a:pt x="273207" y="-14409"/>
                    <a:pt x="374491" y="9753"/>
                  </a:cubicBezTo>
                  <a:cubicBezTo>
                    <a:pt x="454806" y="28908"/>
                    <a:pt x="494594" y="83414"/>
                    <a:pt x="488377" y="167695"/>
                  </a:cubicBezTo>
                  <a:cubicBezTo>
                    <a:pt x="483168" y="238533"/>
                    <a:pt x="472986" y="308969"/>
                    <a:pt x="465526" y="379639"/>
                  </a:cubicBezTo>
                  <a:cubicBezTo>
                    <a:pt x="461225" y="420200"/>
                    <a:pt x="457696" y="460861"/>
                    <a:pt x="454369" y="501523"/>
                  </a:cubicBezTo>
                  <a:cubicBezTo>
                    <a:pt x="452689" y="522257"/>
                    <a:pt x="450034" y="525382"/>
                    <a:pt x="429065" y="525382"/>
                  </a:cubicBezTo>
                  <a:cubicBezTo>
                    <a:pt x="383262" y="525416"/>
                    <a:pt x="337492" y="525382"/>
                    <a:pt x="288866" y="525382"/>
                  </a:cubicBezTo>
                  <a:close/>
                  <a:moveTo>
                    <a:pt x="322908" y="299593"/>
                  </a:moveTo>
                  <a:cubicBezTo>
                    <a:pt x="284263" y="291897"/>
                    <a:pt x="247701" y="288839"/>
                    <a:pt x="211038" y="297106"/>
                  </a:cubicBezTo>
                  <a:cubicBezTo>
                    <a:pt x="187582" y="302416"/>
                    <a:pt x="166814" y="313270"/>
                    <a:pt x="151121" y="331954"/>
                  </a:cubicBezTo>
                  <a:cubicBezTo>
                    <a:pt x="119633" y="369490"/>
                    <a:pt x="138385" y="422014"/>
                    <a:pt x="186204" y="431625"/>
                  </a:cubicBezTo>
                  <a:cubicBezTo>
                    <a:pt x="209963" y="436397"/>
                    <a:pt x="232041" y="432398"/>
                    <a:pt x="252237" y="419662"/>
                  </a:cubicBezTo>
                  <a:cubicBezTo>
                    <a:pt x="295621" y="392274"/>
                    <a:pt x="316086" y="351109"/>
                    <a:pt x="322908" y="2995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23"/>
            <p:cNvSpPr/>
            <p:nvPr/>
          </p:nvSpPr>
          <p:spPr>
            <a:xfrm>
              <a:off x="8753449" y="1078689"/>
              <a:ext cx="478841" cy="495132"/>
            </a:xfrm>
            <a:custGeom>
              <a:avLst/>
              <a:gdLst/>
              <a:ahLst/>
              <a:cxnLst/>
              <a:rect l="l" t="t" r="r" b="b"/>
              <a:pathLst>
                <a:path w="478841" h="495132" extrusionOk="0">
                  <a:moveTo>
                    <a:pt x="232200" y="149406"/>
                  </a:moveTo>
                  <a:lnTo>
                    <a:pt x="54297" y="149406"/>
                  </a:lnTo>
                  <a:cubicBezTo>
                    <a:pt x="61891" y="98495"/>
                    <a:pt x="69184" y="49634"/>
                    <a:pt x="76577" y="0"/>
                  </a:cubicBezTo>
                  <a:lnTo>
                    <a:pt x="478522" y="0"/>
                  </a:lnTo>
                  <a:cubicBezTo>
                    <a:pt x="478522" y="23893"/>
                    <a:pt x="479395" y="46744"/>
                    <a:pt x="478253" y="69461"/>
                  </a:cubicBezTo>
                  <a:cubicBezTo>
                    <a:pt x="477211" y="90497"/>
                    <a:pt x="466122" y="106964"/>
                    <a:pt x="451873" y="122321"/>
                  </a:cubicBezTo>
                  <a:cubicBezTo>
                    <a:pt x="385941" y="193260"/>
                    <a:pt x="320613" y="264737"/>
                    <a:pt x="255084" y="336046"/>
                  </a:cubicBezTo>
                  <a:cubicBezTo>
                    <a:pt x="253606" y="337659"/>
                    <a:pt x="252430" y="339541"/>
                    <a:pt x="249304" y="343742"/>
                  </a:cubicBezTo>
                  <a:lnTo>
                    <a:pt x="438163" y="343742"/>
                  </a:lnTo>
                  <a:cubicBezTo>
                    <a:pt x="436382" y="354764"/>
                    <a:pt x="435138" y="363400"/>
                    <a:pt x="433626" y="371970"/>
                  </a:cubicBezTo>
                  <a:cubicBezTo>
                    <a:pt x="427476" y="406112"/>
                    <a:pt x="420453" y="440153"/>
                    <a:pt x="415412" y="474464"/>
                  </a:cubicBezTo>
                  <a:cubicBezTo>
                    <a:pt x="413093" y="490291"/>
                    <a:pt x="407280" y="495231"/>
                    <a:pt x="390847" y="495131"/>
                  </a:cubicBezTo>
                  <a:cubicBezTo>
                    <a:pt x="267653" y="494358"/>
                    <a:pt x="144492" y="494727"/>
                    <a:pt x="21297" y="494727"/>
                  </a:cubicBezTo>
                  <a:cubicBezTo>
                    <a:pt x="18508" y="494727"/>
                    <a:pt x="15685" y="494458"/>
                    <a:pt x="12896" y="494727"/>
                  </a:cubicBezTo>
                  <a:cubicBezTo>
                    <a:pt x="3318" y="495769"/>
                    <a:pt x="-109" y="491098"/>
                    <a:pt x="59" y="482058"/>
                  </a:cubicBezTo>
                  <a:cubicBezTo>
                    <a:pt x="462" y="459106"/>
                    <a:pt x="-983" y="435986"/>
                    <a:pt x="1504" y="413303"/>
                  </a:cubicBezTo>
                  <a:cubicBezTo>
                    <a:pt x="2613" y="403323"/>
                    <a:pt x="9905" y="392771"/>
                    <a:pt x="17063" y="384907"/>
                  </a:cubicBezTo>
                  <a:cubicBezTo>
                    <a:pt x="83298" y="311952"/>
                    <a:pt x="150137" y="239534"/>
                    <a:pt x="216775" y="166948"/>
                  </a:cubicBezTo>
                  <a:cubicBezTo>
                    <a:pt x="220909" y="162445"/>
                    <a:pt x="224840" y="157774"/>
                    <a:pt x="232166" y="14940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23"/>
            <p:cNvSpPr/>
            <p:nvPr/>
          </p:nvSpPr>
          <p:spPr>
            <a:xfrm>
              <a:off x="11051998" y="924310"/>
              <a:ext cx="353756" cy="663525"/>
            </a:xfrm>
            <a:custGeom>
              <a:avLst/>
              <a:gdLst/>
              <a:ahLst/>
              <a:cxnLst/>
              <a:rect l="l" t="t" r="r" b="b"/>
              <a:pathLst>
                <a:path w="353756" h="663525" extrusionOk="0">
                  <a:moveTo>
                    <a:pt x="353756" y="158950"/>
                  </a:moveTo>
                  <a:cubicBezTo>
                    <a:pt x="347069" y="200216"/>
                    <a:pt x="341255" y="238257"/>
                    <a:pt x="334232" y="276096"/>
                  </a:cubicBezTo>
                  <a:cubicBezTo>
                    <a:pt x="333627" y="279456"/>
                    <a:pt x="325360" y="283455"/>
                    <a:pt x="320521" y="283589"/>
                  </a:cubicBezTo>
                  <a:cubicBezTo>
                    <a:pt x="295351" y="284262"/>
                    <a:pt x="270148" y="284530"/>
                    <a:pt x="244978" y="283455"/>
                  </a:cubicBezTo>
                  <a:cubicBezTo>
                    <a:pt x="231234" y="282884"/>
                    <a:pt x="224647" y="286748"/>
                    <a:pt x="222832" y="301198"/>
                  </a:cubicBezTo>
                  <a:cubicBezTo>
                    <a:pt x="215137" y="363367"/>
                    <a:pt x="206198" y="425401"/>
                    <a:pt x="198503" y="487603"/>
                  </a:cubicBezTo>
                  <a:cubicBezTo>
                    <a:pt x="194537" y="519662"/>
                    <a:pt x="208080" y="531558"/>
                    <a:pt x="239870" y="524367"/>
                  </a:cubicBezTo>
                  <a:cubicBezTo>
                    <a:pt x="262183" y="519326"/>
                    <a:pt x="284094" y="512571"/>
                    <a:pt x="308793" y="505850"/>
                  </a:cubicBezTo>
                  <a:cubicBezTo>
                    <a:pt x="308255" y="512302"/>
                    <a:pt x="307987" y="517444"/>
                    <a:pt x="307348" y="522552"/>
                  </a:cubicBezTo>
                  <a:cubicBezTo>
                    <a:pt x="304626" y="544193"/>
                    <a:pt x="301232" y="565734"/>
                    <a:pt x="299115" y="587442"/>
                  </a:cubicBezTo>
                  <a:cubicBezTo>
                    <a:pt x="296931" y="610025"/>
                    <a:pt x="286816" y="627734"/>
                    <a:pt x="266082" y="636337"/>
                  </a:cubicBezTo>
                  <a:cubicBezTo>
                    <a:pt x="210365" y="659424"/>
                    <a:pt x="152800" y="671622"/>
                    <a:pt x="92480" y="657508"/>
                  </a:cubicBezTo>
                  <a:cubicBezTo>
                    <a:pt x="45400" y="646486"/>
                    <a:pt x="19692" y="614662"/>
                    <a:pt x="23759" y="566372"/>
                  </a:cubicBezTo>
                  <a:cubicBezTo>
                    <a:pt x="31286" y="477219"/>
                    <a:pt x="41569" y="388301"/>
                    <a:pt x="50709" y="299316"/>
                  </a:cubicBezTo>
                  <a:cubicBezTo>
                    <a:pt x="51180" y="294914"/>
                    <a:pt x="51785" y="290512"/>
                    <a:pt x="52558" y="283925"/>
                  </a:cubicBezTo>
                  <a:lnTo>
                    <a:pt x="0" y="283925"/>
                  </a:lnTo>
                  <a:cubicBezTo>
                    <a:pt x="3562" y="254051"/>
                    <a:pt x="6855" y="226495"/>
                    <a:pt x="10149" y="198939"/>
                  </a:cubicBezTo>
                  <a:cubicBezTo>
                    <a:pt x="10216" y="198368"/>
                    <a:pt x="10350" y="197830"/>
                    <a:pt x="10418" y="197293"/>
                  </a:cubicBezTo>
                  <a:cubicBezTo>
                    <a:pt x="16298" y="156799"/>
                    <a:pt x="16231" y="156564"/>
                    <a:pt x="56826" y="149305"/>
                  </a:cubicBezTo>
                  <a:cubicBezTo>
                    <a:pt x="68856" y="147155"/>
                    <a:pt x="76081" y="140971"/>
                    <a:pt x="78635" y="129311"/>
                  </a:cubicBezTo>
                  <a:cubicBezTo>
                    <a:pt x="81290" y="117314"/>
                    <a:pt x="83104" y="105082"/>
                    <a:pt x="86095" y="93186"/>
                  </a:cubicBezTo>
                  <a:cubicBezTo>
                    <a:pt x="91136" y="73090"/>
                    <a:pt x="102326" y="56489"/>
                    <a:pt x="121850" y="49298"/>
                  </a:cubicBezTo>
                  <a:cubicBezTo>
                    <a:pt x="167889" y="32328"/>
                    <a:pt x="214532" y="17071"/>
                    <a:pt x="264200" y="0"/>
                  </a:cubicBezTo>
                  <a:cubicBezTo>
                    <a:pt x="257613" y="53566"/>
                    <a:pt x="251296" y="105250"/>
                    <a:pt x="244709" y="158950"/>
                  </a:cubicBezTo>
                  <a:lnTo>
                    <a:pt x="353622" y="1589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5" name="Google Shape;265;p23"/>
          <p:cNvSpPr txBox="1"/>
          <p:nvPr/>
        </p:nvSpPr>
        <p:spPr>
          <a:xfrm>
            <a:off x="4439239" y="2794589"/>
            <a:ext cx="28467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Lorem Ipsum is simply dummy text of the printing and typesetting industry. Lorem Ipsum has been the industry's standard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3"/>
          <p:cNvSpPr txBox="1">
            <a:spLocks noGrp="1"/>
          </p:cNvSpPr>
          <p:nvPr>
            <p:ph type="title"/>
          </p:nvPr>
        </p:nvSpPr>
        <p:spPr>
          <a:xfrm>
            <a:off x="714376" y="501650"/>
            <a:ext cx="5887840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dirty="0"/>
              <a:t>Dashboard &amp; Visualizations</a:t>
            </a:r>
            <a:endParaRPr dirty="0"/>
          </a:p>
        </p:txBody>
      </p:sp>
      <p:sp>
        <p:nvSpPr>
          <p:cNvPr id="269" name="Google Shape;269;p23"/>
          <p:cNvSpPr txBox="1">
            <a:spLocks noGrp="1"/>
          </p:cNvSpPr>
          <p:nvPr>
            <p:ph type="body" idx="2"/>
          </p:nvPr>
        </p:nvSpPr>
        <p:spPr>
          <a:xfrm>
            <a:off x="4784294" y="2493493"/>
            <a:ext cx="2270910" cy="315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 sz="16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Add your text here</a:t>
            </a:r>
            <a:endParaRPr sz="16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1" name="Google Shape;271;p23"/>
          <p:cNvSpPr txBox="1">
            <a:spLocks noGrp="1"/>
          </p:cNvSpPr>
          <p:nvPr>
            <p:ph type="body" idx="4"/>
          </p:nvPr>
        </p:nvSpPr>
        <p:spPr>
          <a:xfrm>
            <a:off x="780488" y="5296741"/>
            <a:ext cx="5987461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 algn="ctr">
              <a:spcBef>
                <a:spcPts val="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F142F"/>
                </a:solidFill>
              </a:rPr>
              <a:t>Country and year slicers enable scenario analysis</a:t>
            </a:r>
            <a:endParaRPr lang="en-IN" dirty="0">
              <a:solidFill>
                <a:srgbClr val="CF142F"/>
              </a:solidFill>
            </a:endParaRPr>
          </a:p>
          <a:p>
            <a:pPr marL="285750" lvl="0" indent="-285750">
              <a:spcBef>
                <a:spcPts val="0"/>
              </a:spcBef>
              <a:buClr>
                <a:srgbClr val="C00000"/>
              </a:buClr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CF142F"/>
                </a:solidFill>
              </a:rPr>
              <a:t>Designed for management-level insights</a:t>
            </a:r>
            <a:endParaRPr sz="1600" b="1" dirty="0">
              <a:solidFill>
                <a:srgbClr val="CF142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C22E12-FE4C-55B7-ACD2-0BB3710C94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032" y="1050382"/>
            <a:ext cx="8244035" cy="489241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3487" y="0"/>
            <a:ext cx="6742176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89488">
            <a:off x="507006" y="920245"/>
            <a:ext cx="202415" cy="158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605715">
            <a:off x="3051092" y="854466"/>
            <a:ext cx="124112" cy="97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910108" y="431800"/>
            <a:ext cx="1544422" cy="774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4" descr="A black background with a black square&#10;&#10;Description automatically generated with medium confidence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591629">
            <a:off x="7312909" y="5432611"/>
            <a:ext cx="3383027" cy="2955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2" name="Google Shape;282;p24"/>
          <p:cNvGrpSpPr/>
          <p:nvPr/>
        </p:nvGrpSpPr>
        <p:grpSpPr>
          <a:xfrm>
            <a:off x="10441325" y="2148114"/>
            <a:ext cx="685825" cy="3214201"/>
            <a:chOff x="11059391" y="2420023"/>
            <a:chExt cx="668892" cy="3134840"/>
          </a:xfrm>
        </p:grpSpPr>
        <p:sp>
          <p:nvSpPr>
            <p:cNvPr id="283" name="Google Shape;283;p24"/>
            <p:cNvSpPr/>
            <p:nvPr/>
          </p:nvSpPr>
          <p:spPr>
            <a:xfrm rot="5400000">
              <a:off x="10934570" y="3523986"/>
              <a:ext cx="793785" cy="518645"/>
            </a:xfrm>
            <a:custGeom>
              <a:avLst/>
              <a:gdLst/>
              <a:ahLst/>
              <a:cxnLst/>
              <a:rect l="l" t="t" r="r" b="b"/>
              <a:pathLst>
                <a:path w="793785" h="518645" extrusionOk="0">
                  <a:moveTo>
                    <a:pt x="280968" y="516784"/>
                  </a:moveTo>
                  <a:cubicBezTo>
                    <a:pt x="287790" y="470409"/>
                    <a:pt x="294343" y="426253"/>
                    <a:pt x="300795" y="382063"/>
                  </a:cubicBezTo>
                  <a:cubicBezTo>
                    <a:pt x="309600" y="321675"/>
                    <a:pt x="318370" y="261321"/>
                    <a:pt x="327108" y="200934"/>
                  </a:cubicBezTo>
                  <a:cubicBezTo>
                    <a:pt x="328922" y="188366"/>
                    <a:pt x="329897" y="175529"/>
                    <a:pt x="316488" y="168371"/>
                  </a:cubicBezTo>
                  <a:cubicBezTo>
                    <a:pt x="302879" y="161079"/>
                    <a:pt x="291655" y="167867"/>
                    <a:pt x="281506" y="176671"/>
                  </a:cubicBezTo>
                  <a:cubicBezTo>
                    <a:pt x="238492" y="213905"/>
                    <a:pt x="214834" y="261960"/>
                    <a:pt x="205929" y="317172"/>
                  </a:cubicBezTo>
                  <a:cubicBezTo>
                    <a:pt x="196386" y="376283"/>
                    <a:pt x="188522" y="435696"/>
                    <a:pt x="180625" y="495075"/>
                  </a:cubicBezTo>
                  <a:cubicBezTo>
                    <a:pt x="178474" y="511205"/>
                    <a:pt x="172392" y="518363"/>
                    <a:pt x="154884" y="517994"/>
                  </a:cubicBezTo>
                  <a:cubicBezTo>
                    <a:pt x="104040" y="516985"/>
                    <a:pt x="53163" y="517624"/>
                    <a:pt x="0" y="517624"/>
                  </a:cubicBezTo>
                  <a:cubicBezTo>
                    <a:pt x="706" y="510399"/>
                    <a:pt x="1109" y="504014"/>
                    <a:pt x="1983" y="497730"/>
                  </a:cubicBezTo>
                  <a:cubicBezTo>
                    <a:pt x="18785" y="377459"/>
                    <a:pt x="36259" y="257255"/>
                    <a:pt x="52020" y="136850"/>
                  </a:cubicBezTo>
                  <a:cubicBezTo>
                    <a:pt x="56153" y="105362"/>
                    <a:pt x="55347" y="73169"/>
                    <a:pt x="56053" y="41278"/>
                  </a:cubicBezTo>
                  <a:cubicBezTo>
                    <a:pt x="56288" y="29987"/>
                    <a:pt x="59312" y="23233"/>
                    <a:pt x="71679" y="22258"/>
                  </a:cubicBezTo>
                  <a:cubicBezTo>
                    <a:pt x="121346" y="18461"/>
                    <a:pt x="171014" y="14294"/>
                    <a:pt x="220682" y="10362"/>
                  </a:cubicBezTo>
                  <a:cubicBezTo>
                    <a:pt x="222765" y="10194"/>
                    <a:pt x="224916" y="10900"/>
                    <a:pt x="229318" y="11505"/>
                  </a:cubicBezTo>
                  <a:lnTo>
                    <a:pt x="229318" y="147973"/>
                  </a:lnTo>
                  <a:cubicBezTo>
                    <a:pt x="237148" y="136716"/>
                    <a:pt x="245986" y="124047"/>
                    <a:pt x="254790" y="111378"/>
                  </a:cubicBezTo>
                  <a:cubicBezTo>
                    <a:pt x="280061" y="74950"/>
                    <a:pt x="311649" y="45244"/>
                    <a:pt x="349656" y="22493"/>
                  </a:cubicBezTo>
                  <a:cubicBezTo>
                    <a:pt x="358259" y="17352"/>
                    <a:pt x="367400" y="12849"/>
                    <a:pt x="376742" y="9220"/>
                  </a:cubicBezTo>
                  <a:cubicBezTo>
                    <a:pt x="448051" y="-18471"/>
                    <a:pt x="506052" y="18024"/>
                    <a:pt x="511832" y="94407"/>
                  </a:cubicBezTo>
                  <a:cubicBezTo>
                    <a:pt x="512941" y="109261"/>
                    <a:pt x="512000" y="124282"/>
                    <a:pt x="515562" y="140681"/>
                  </a:cubicBezTo>
                  <a:cubicBezTo>
                    <a:pt x="526719" y="126533"/>
                    <a:pt x="536901" y="111445"/>
                    <a:pt x="549201" y="98373"/>
                  </a:cubicBezTo>
                  <a:cubicBezTo>
                    <a:pt x="572489" y="73606"/>
                    <a:pt x="595071" y="47596"/>
                    <a:pt x="621484" y="26560"/>
                  </a:cubicBezTo>
                  <a:cubicBezTo>
                    <a:pt x="650586" y="3372"/>
                    <a:pt x="686644" y="-2441"/>
                    <a:pt x="723542" y="3137"/>
                  </a:cubicBezTo>
                  <a:cubicBezTo>
                    <a:pt x="769647" y="10093"/>
                    <a:pt x="796464" y="39833"/>
                    <a:pt x="793574" y="86342"/>
                  </a:cubicBezTo>
                  <a:cubicBezTo>
                    <a:pt x="790112" y="142126"/>
                    <a:pt x="784097" y="197876"/>
                    <a:pt x="776099" y="253223"/>
                  </a:cubicBezTo>
                  <a:cubicBezTo>
                    <a:pt x="764573" y="332967"/>
                    <a:pt x="750291" y="412307"/>
                    <a:pt x="737118" y="491849"/>
                  </a:cubicBezTo>
                  <a:cubicBezTo>
                    <a:pt x="733455" y="514028"/>
                    <a:pt x="730195" y="517456"/>
                    <a:pt x="708050" y="517758"/>
                  </a:cubicBezTo>
                  <a:cubicBezTo>
                    <a:pt x="666615" y="518363"/>
                    <a:pt x="625181" y="517758"/>
                    <a:pt x="583780" y="518632"/>
                  </a:cubicBezTo>
                  <a:cubicBezTo>
                    <a:pt x="568691" y="518968"/>
                    <a:pt x="566104" y="513121"/>
                    <a:pt x="567986" y="499545"/>
                  </a:cubicBezTo>
                  <a:cubicBezTo>
                    <a:pt x="581293" y="403066"/>
                    <a:pt x="594063" y="306486"/>
                    <a:pt x="606933" y="209940"/>
                  </a:cubicBezTo>
                  <a:cubicBezTo>
                    <a:pt x="607908" y="202715"/>
                    <a:pt x="608714" y="195490"/>
                    <a:pt x="609017" y="188231"/>
                  </a:cubicBezTo>
                  <a:cubicBezTo>
                    <a:pt x="609991" y="165616"/>
                    <a:pt x="601254" y="159768"/>
                    <a:pt x="580352" y="169514"/>
                  </a:cubicBezTo>
                  <a:cubicBezTo>
                    <a:pt x="551015" y="183191"/>
                    <a:pt x="532835" y="207924"/>
                    <a:pt x="517444" y="235009"/>
                  </a:cubicBezTo>
                  <a:cubicBezTo>
                    <a:pt x="490762" y="282022"/>
                    <a:pt x="484747" y="334378"/>
                    <a:pt x="478328" y="386734"/>
                  </a:cubicBezTo>
                  <a:cubicBezTo>
                    <a:pt x="473489" y="426186"/>
                    <a:pt x="467407" y="465470"/>
                    <a:pt x="462265" y="504854"/>
                  </a:cubicBezTo>
                  <a:cubicBezTo>
                    <a:pt x="461257" y="512617"/>
                    <a:pt x="459308" y="516985"/>
                    <a:pt x="450235" y="516918"/>
                  </a:cubicBezTo>
                  <a:cubicBezTo>
                    <a:pt x="394855" y="516616"/>
                    <a:pt x="339474" y="516784"/>
                    <a:pt x="281036" y="51678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24"/>
            <p:cNvSpPr/>
            <p:nvPr/>
          </p:nvSpPr>
          <p:spPr>
            <a:xfrm rot="5400000">
              <a:off x="11081233" y="5041760"/>
              <a:ext cx="492264" cy="533941"/>
            </a:xfrm>
            <a:custGeom>
              <a:avLst/>
              <a:gdLst/>
              <a:ahLst/>
              <a:cxnLst/>
              <a:rect l="l" t="t" r="r" b="b"/>
              <a:pathLst>
                <a:path w="492264" h="533941" extrusionOk="0">
                  <a:moveTo>
                    <a:pt x="263042" y="100"/>
                  </a:moveTo>
                  <a:cubicBezTo>
                    <a:pt x="400048" y="-3327"/>
                    <a:pt x="488730" y="81457"/>
                    <a:pt x="492091" y="204484"/>
                  </a:cubicBezTo>
                  <a:cubicBezTo>
                    <a:pt x="494914" y="308389"/>
                    <a:pt x="463594" y="398550"/>
                    <a:pt x="385094" y="469288"/>
                  </a:cubicBezTo>
                  <a:cubicBezTo>
                    <a:pt x="308072" y="538648"/>
                    <a:pt x="186961" y="554073"/>
                    <a:pt x="101672" y="506455"/>
                  </a:cubicBezTo>
                  <a:cubicBezTo>
                    <a:pt x="38798" y="471372"/>
                    <a:pt x="9562" y="414042"/>
                    <a:pt x="2303" y="345993"/>
                  </a:cubicBezTo>
                  <a:cubicBezTo>
                    <a:pt x="-10870" y="222798"/>
                    <a:pt x="32514" y="121850"/>
                    <a:pt x="131244" y="46273"/>
                  </a:cubicBezTo>
                  <a:cubicBezTo>
                    <a:pt x="174023" y="13509"/>
                    <a:pt x="223892" y="67"/>
                    <a:pt x="263109" y="100"/>
                  </a:cubicBezTo>
                  <a:close/>
                  <a:moveTo>
                    <a:pt x="171906" y="303516"/>
                  </a:moveTo>
                  <a:cubicBezTo>
                    <a:pt x="177585" y="326065"/>
                    <a:pt x="180979" y="349588"/>
                    <a:pt x="189582" y="370961"/>
                  </a:cubicBezTo>
                  <a:cubicBezTo>
                    <a:pt x="199730" y="396198"/>
                    <a:pt x="223489" y="403053"/>
                    <a:pt x="246273" y="388133"/>
                  </a:cubicBezTo>
                  <a:cubicBezTo>
                    <a:pt x="258875" y="379866"/>
                    <a:pt x="271073" y="368071"/>
                    <a:pt x="278365" y="355032"/>
                  </a:cubicBezTo>
                  <a:cubicBezTo>
                    <a:pt x="309954" y="298610"/>
                    <a:pt x="314591" y="238424"/>
                    <a:pt x="297486" y="176457"/>
                  </a:cubicBezTo>
                  <a:cubicBezTo>
                    <a:pt x="292378" y="157975"/>
                    <a:pt x="279777" y="146784"/>
                    <a:pt x="260555" y="144533"/>
                  </a:cubicBezTo>
                  <a:cubicBezTo>
                    <a:pt x="241467" y="142315"/>
                    <a:pt x="226950" y="150279"/>
                    <a:pt x="216634" y="166376"/>
                  </a:cubicBezTo>
                  <a:cubicBezTo>
                    <a:pt x="190086" y="207911"/>
                    <a:pt x="175535" y="253076"/>
                    <a:pt x="171939" y="3035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24"/>
            <p:cNvSpPr/>
            <p:nvPr/>
          </p:nvSpPr>
          <p:spPr>
            <a:xfrm rot="5400000">
              <a:off x="11081802" y="2871110"/>
              <a:ext cx="485200" cy="530022"/>
            </a:xfrm>
            <a:custGeom>
              <a:avLst/>
              <a:gdLst/>
              <a:ahLst/>
              <a:cxnLst/>
              <a:rect l="l" t="t" r="r" b="b"/>
              <a:pathLst>
                <a:path w="485200" h="530022" extrusionOk="0">
                  <a:moveTo>
                    <a:pt x="485200" y="223253"/>
                  </a:moveTo>
                  <a:cubicBezTo>
                    <a:pt x="484125" y="348766"/>
                    <a:pt x="431970" y="445413"/>
                    <a:pt x="319496" y="503751"/>
                  </a:cubicBezTo>
                  <a:cubicBezTo>
                    <a:pt x="254739" y="537355"/>
                    <a:pt x="185111" y="537994"/>
                    <a:pt x="117666" y="509833"/>
                  </a:cubicBezTo>
                  <a:cubicBezTo>
                    <a:pt x="50255" y="481706"/>
                    <a:pt x="16281" y="426763"/>
                    <a:pt x="4620" y="356226"/>
                  </a:cubicBezTo>
                  <a:cubicBezTo>
                    <a:pt x="-17021" y="225370"/>
                    <a:pt x="38460" y="100495"/>
                    <a:pt x="148112" y="34328"/>
                  </a:cubicBezTo>
                  <a:cubicBezTo>
                    <a:pt x="238408" y="-20145"/>
                    <a:pt x="361064" y="-8720"/>
                    <a:pt x="429887" y="61010"/>
                  </a:cubicBezTo>
                  <a:cubicBezTo>
                    <a:pt x="470582" y="102209"/>
                    <a:pt x="484192" y="153691"/>
                    <a:pt x="485133" y="209777"/>
                  </a:cubicBezTo>
                  <a:cubicBezTo>
                    <a:pt x="485200" y="214247"/>
                    <a:pt x="485133" y="218750"/>
                    <a:pt x="485133" y="223219"/>
                  </a:cubicBezTo>
                  <a:close/>
                  <a:moveTo>
                    <a:pt x="306759" y="223824"/>
                  </a:moveTo>
                  <a:cubicBezTo>
                    <a:pt x="305281" y="213642"/>
                    <a:pt x="303668" y="195764"/>
                    <a:pt x="299837" y="178391"/>
                  </a:cubicBezTo>
                  <a:cubicBezTo>
                    <a:pt x="295267" y="157623"/>
                    <a:pt x="283001" y="143274"/>
                    <a:pt x="260587" y="140048"/>
                  </a:cubicBezTo>
                  <a:cubicBezTo>
                    <a:pt x="239550" y="137023"/>
                    <a:pt x="224764" y="147273"/>
                    <a:pt x="213977" y="163638"/>
                  </a:cubicBezTo>
                  <a:cubicBezTo>
                    <a:pt x="173920" y="224530"/>
                    <a:pt x="165956" y="290563"/>
                    <a:pt x="185884" y="359788"/>
                  </a:cubicBezTo>
                  <a:cubicBezTo>
                    <a:pt x="194520" y="389764"/>
                    <a:pt x="229233" y="400181"/>
                    <a:pt x="253698" y="380254"/>
                  </a:cubicBezTo>
                  <a:cubicBezTo>
                    <a:pt x="265426" y="370710"/>
                    <a:pt x="274768" y="357067"/>
                    <a:pt x="282161" y="343625"/>
                  </a:cubicBezTo>
                  <a:cubicBezTo>
                    <a:pt x="301315" y="308911"/>
                    <a:pt x="305247" y="270367"/>
                    <a:pt x="306759" y="22379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24"/>
            <p:cNvSpPr/>
            <p:nvPr/>
          </p:nvSpPr>
          <p:spPr>
            <a:xfrm rot="5400000">
              <a:off x="11093113" y="4169783"/>
              <a:ext cx="489008" cy="532002"/>
            </a:xfrm>
            <a:custGeom>
              <a:avLst/>
              <a:gdLst/>
              <a:ahLst/>
              <a:cxnLst/>
              <a:rect l="l" t="t" r="r" b="b"/>
              <a:pathLst>
                <a:path w="489008" h="532002" extrusionOk="0">
                  <a:moveTo>
                    <a:pt x="288799" y="525382"/>
                  </a:moveTo>
                  <a:cubicBezTo>
                    <a:pt x="292765" y="500717"/>
                    <a:pt x="296327" y="478403"/>
                    <a:pt x="299687" y="457602"/>
                  </a:cubicBezTo>
                  <a:cubicBezTo>
                    <a:pt x="292294" y="464020"/>
                    <a:pt x="284162" y="470741"/>
                    <a:pt x="276433" y="477933"/>
                  </a:cubicBezTo>
                  <a:cubicBezTo>
                    <a:pt x="229857" y="521047"/>
                    <a:pt x="173603" y="536808"/>
                    <a:pt x="112173" y="530759"/>
                  </a:cubicBezTo>
                  <a:cubicBezTo>
                    <a:pt x="41267" y="523769"/>
                    <a:pt x="-3931" y="464726"/>
                    <a:pt x="270" y="389989"/>
                  </a:cubicBezTo>
                  <a:cubicBezTo>
                    <a:pt x="5579" y="295359"/>
                    <a:pt x="66437" y="229494"/>
                    <a:pt x="167050" y="216690"/>
                  </a:cubicBezTo>
                  <a:cubicBezTo>
                    <a:pt x="215003" y="210608"/>
                    <a:pt x="264167" y="212590"/>
                    <a:pt x="312726" y="213330"/>
                  </a:cubicBezTo>
                  <a:cubicBezTo>
                    <a:pt x="331175" y="213599"/>
                    <a:pt x="335644" y="206239"/>
                    <a:pt x="337022" y="190680"/>
                  </a:cubicBezTo>
                  <a:cubicBezTo>
                    <a:pt x="340181" y="155026"/>
                    <a:pt x="318170" y="129049"/>
                    <a:pt x="280062" y="125857"/>
                  </a:cubicBezTo>
                  <a:cubicBezTo>
                    <a:pt x="236174" y="122160"/>
                    <a:pt x="194370" y="131805"/>
                    <a:pt x="153843" y="147767"/>
                  </a:cubicBezTo>
                  <a:cubicBezTo>
                    <a:pt x="138351" y="153850"/>
                    <a:pt x="123229" y="160873"/>
                    <a:pt x="105620" y="168434"/>
                  </a:cubicBezTo>
                  <a:cubicBezTo>
                    <a:pt x="95371" y="136644"/>
                    <a:pt x="84618" y="106198"/>
                    <a:pt x="76351" y="75080"/>
                  </a:cubicBezTo>
                  <a:cubicBezTo>
                    <a:pt x="74771" y="69065"/>
                    <a:pt x="81055" y="56564"/>
                    <a:pt x="86970" y="53641"/>
                  </a:cubicBezTo>
                  <a:cubicBezTo>
                    <a:pt x="178005" y="8610"/>
                    <a:pt x="273207" y="-14409"/>
                    <a:pt x="374491" y="9753"/>
                  </a:cubicBezTo>
                  <a:cubicBezTo>
                    <a:pt x="454806" y="28908"/>
                    <a:pt x="494594" y="83414"/>
                    <a:pt x="488377" y="167695"/>
                  </a:cubicBezTo>
                  <a:cubicBezTo>
                    <a:pt x="483168" y="238533"/>
                    <a:pt x="472986" y="308969"/>
                    <a:pt x="465526" y="379639"/>
                  </a:cubicBezTo>
                  <a:cubicBezTo>
                    <a:pt x="461225" y="420200"/>
                    <a:pt x="457696" y="460861"/>
                    <a:pt x="454369" y="501523"/>
                  </a:cubicBezTo>
                  <a:cubicBezTo>
                    <a:pt x="452689" y="522257"/>
                    <a:pt x="450034" y="525382"/>
                    <a:pt x="429065" y="525382"/>
                  </a:cubicBezTo>
                  <a:cubicBezTo>
                    <a:pt x="383262" y="525416"/>
                    <a:pt x="337492" y="525382"/>
                    <a:pt x="288866" y="525382"/>
                  </a:cubicBezTo>
                  <a:close/>
                  <a:moveTo>
                    <a:pt x="322908" y="299593"/>
                  </a:moveTo>
                  <a:cubicBezTo>
                    <a:pt x="284263" y="291897"/>
                    <a:pt x="247701" y="288839"/>
                    <a:pt x="211038" y="297106"/>
                  </a:cubicBezTo>
                  <a:cubicBezTo>
                    <a:pt x="187582" y="302416"/>
                    <a:pt x="166814" y="313270"/>
                    <a:pt x="151121" y="331954"/>
                  </a:cubicBezTo>
                  <a:cubicBezTo>
                    <a:pt x="119633" y="369490"/>
                    <a:pt x="138385" y="422014"/>
                    <a:pt x="186204" y="431625"/>
                  </a:cubicBezTo>
                  <a:cubicBezTo>
                    <a:pt x="209963" y="436397"/>
                    <a:pt x="232041" y="432398"/>
                    <a:pt x="252237" y="419662"/>
                  </a:cubicBezTo>
                  <a:cubicBezTo>
                    <a:pt x="295621" y="392274"/>
                    <a:pt x="316086" y="351109"/>
                    <a:pt x="322908" y="29959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24"/>
            <p:cNvSpPr/>
            <p:nvPr/>
          </p:nvSpPr>
          <p:spPr>
            <a:xfrm rot="5400000">
              <a:off x="11086918" y="2411877"/>
              <a:ext cx="478841" cy="495132"/>
            </a:xfrm>
            <a:custGeom>
              <a:avLst/>
              <a:gdLst/>
              <a:ahLst/>
              <a:cxnLst/>
              <a:rect l="l" t="t" r="r" b="b"/>
              <a:pathLst>
                <a:path w="478841" h="495132" extrusionOk="0">
                  <a:moveTo>
                    <a:pt x="232200" y="149406"/>
                  </a:moveTo>
                  <a:lnTo>
                    <a:pt x="54297" y="149406"/>
                  </a:lnTo>
                  <a:cubicBezTo>
                    <a:pt x="61891" y="98495"/>
                    <a:pt x="69184" y="49634"/>
                    <a:pt x="76577" y="0"/>
                  </a:cubicBezTo>
                  <a:lnTo>
                    <a:pt x="478522" y="0"/>
                  </a:lnTo>
                  <a:cubicBezTo>
                    <a:pt x="478522" y="23893"/>
                    <a:pt x="479395" y="46744"/>
                    <a:pt x="478253" y="69461"/>
                  </a:cubicBezTo>
                  <a:cubicBezTo>
                    <a:pt x="477211" y="90497"/>
                    <a:pt x="466122" y="106964"/>
                    <a:pt x="451873" y="122321"/>
                  </a:cubicBezTo>
                  <a:cubicBezTo>
                    <a:pt x="385941" y="193260"/>
                    <a:pt x="320613" y="264737"/>
                    <a:pt x="255084" y="336046"/>
                  </a:cubicBezTo>
                  <a:cubicBezTo>
                    <a:pt x="253606" y="337659"/>
                    <a:pt x="252430" y="339541"/>
                    <a:pt x="249304" y="343742"/>
                  </a:cubicBezTo>
                  <a:lnTo>
                    <a:pt x="438163" y="343742"/>
                  </a:lnTo>
                  <a:cubicBezTo>
                    <a:pt x="436382" y="354764"/>
                    <a:pt x="435138" y="363400"/>
                    <a:pt x="433626" y="371970"/>
                  </a:cubicBezTo>
                  <a:cubicBezTo>
                    <a:pt x="427476" y="406112"/>
                    <a:pt x="420453" y="440153"/>
                    <a:pt x="415412" y="474464"/>
                  </a:cubicBezTo>
                  <a:cubicBezTo>
                    <a:pt x="413093" y="490291"/>
                    <a:pt x="407280" y="495231"/>
                    <a:pt x="390847" y="495131"/>
                  </a:cubicBezTo>
                  <a:cubicBezTo>
                    <a:pt x="267653" y="494358"/>
                    <a:pt x="144492" y="494727"/>
                    <a:pt x="21297" y="494727"/>
                  </a:cubicBezTo>
                  <a:cubicBezTo>
                    <a:pt x="18508" y="494727"/>
                    <a:pt x="15685" y="494458"/>
                    <a:pt x="12896" y="494727"/>
                  </a:cubicBezTo>
                  <a:cubicBezTo>
                    <a:pt x="3318" y="495769"/>
                    <a:pt x="-109" y="491098"/>
                    <a:pt x="59" y="482058"/>
                  </a:cubicBezTo>
                  <a:cubicBezTo>
                    <a:pt x="462" y="459106"/>
                    <a:pt x="-983" y="435986"/>
                    <a:pt x="1504" y="413303"/>
                  </a:cubicBezTo>
                  <a:cubicBezTo>
                    <a:pt x="2613" y="403323"/>
                    <a:pt x="9905" y="392771"/>
                    <a:pt x="17063" y="384907"/>
                  </a:cubicBezTo>
                  <a:cubicBezTo>
                    <a:pt x="83298" y="311952"/>
                    <a:pt x="150137" y="239534"/>
                    <a:pt x="216775" y="166948"/>
                  </a:cubicBezTo>
                  <a:cubicBezTo>
                    <a:pt x="220909" y="162445"/>
                    <a:pt x="224840" y="157774"/>
                    <a:pt x="232166" y="14940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24"/>
            <p:cNvSpPr/>
            <p:nvPr/>
          </p:nvSpPr>
          <p:spPr>
            <a:xfrm rot="5400000">
              <a:off x="11219643" y="4563687"/>
              <a:ext cx="353756" cy="663525"/>
            </a:xfrm>
            <a:custGeom>
              <a:avLst/>
              <a:gdLst/>
              <a:ahLst/>
              <a:cxnLst/>
              <a:rect l="l" t="t" r="r" b="b"/>
              <a:pathLst>
                <a:path w="353756" h="663525" extrusionOk="0">
                  <a:moveTo>
                    <a:pt x="353756" y="158950"/>
                  </a:moveTo>
                  <a:cubicBezTo>
                    <a:pt x="347069" y="200216"/>
                    <a:pt x="341255" y="238257"/>
                    <a:pt x="334232" y="276096"/>
                  </a:cubicBezTo>
                  <a:cubicBezTo>
                    <a:pt x="333627" y="279456"/>
                    <a:pt x="325360" y="283455"/>
                    <a:pt x="320521" y="283589"/>
                  </a:cubicBezTo>
                  <a:cubicBezTo>
                    <a:pt x="295351" y="284262"/>
                    <a:pt x="270148" y="284530"/>
                    <a:pt x="244978" y="283455"/>
                  </a:cubicBezTo>
                  <a:cubicBezTo>
                    <a:pt x="231234" y="282884"/>
                    <a:pt x="224647" y="286748"/>
                    <a:pt x="222832" y="301198"/>
                  </a:cubicBezTo>
                  <a:cubicBezTo>
                    <a:pt x="215137" y="363367"/>
                    <a:pt x="206198" y="425401"/>
                    <a:pt x="198503" y="487603"/>
                  </a:cubicBezTo>
                  <a:cubicBezTo>
                    <a:pt x="194537" y="519662"/>
                    <a:pt x="208080" y="531558"/>
                    <a:pt x="239870" y="524367"/>
                  </a:cubicBezTo>
                  <a:cubicBezTo>
                    <a:pt x="262183" y="519326"/>
                    <a:pt x="284094" y="512571"/>
                    <a:pt x="308793" y="505850"/>
                  </a:cubicBezTo>
                  <a:cubicBezTo>
                    <a:pt x="308255" y="512302"/>
                    <a:pt x="307987" y="517444"/>
                    <a:pt x="307348" y="522552"/>
                  </a:cubicBezTo>
                  <a:cubicBezTo>
                    <a:pt x="304626" y="544193"/>
                    <a:pt x="301232" y="565734"/>
                    <a:pt x="299115" y="587442"/>
                  </a:cubicBezTo>
                  <a:cubicBezTo>
                    <a:pt x="296931" y="610025"/>
                    <a:pt x="286816" y="627734"/>
                    <a:pt x="266082" y="636337"/>
                  </a:cubicBezTo>
                  <a:cubicBezTo>
                    <a:pt x="210365" y="659424"/>
                    <a:pt x="152800" y="671622"/>
                    <a:pt x="92480" y="657508"/>
                  </a:cubicBezTo>
                  <a:cubicBezTo>
                    <a:pt x="45400" y="646486"/>
                    <a:pt x="19692" y="614662"/>
                    <a:pt x="23759" y="566372"/>
                  </a:cubicBezTo>
                  <a:cubicBezTo>
                    <a:pt x="31286" y="477219"/>
                    <a:pt x="41569" y="388301"/>
                    <a:pt x="50709" y="299316"/>
                  </a:cubicBezTo>
                  <a:cubicBezTo>
                    <a:pt x="51180" y="294914"/>
                    <a:pt x="51785" y="290512"/>
                    <a:pt x="52558" y="283925"/>
                  </a:cubicBezTo>
                  <a:lnTo>
                    <a:pt x="0" y="283925"/>
                  </a:lnTo>
                  <a:cubicBezTo>
                    <a:pt x="3562" y="254051"/>
                    <a:pt x="6855" y="226495"/>
                    <a:pt x="10149" y="198939"/>
                  </a:cubicBezTo>
                  <a:cubicBezTo>
                    <a:pt x="10216" y="198368"/>
                    <a:pt x="10350" y="197830"/>
                    <a:pt x="10418" y="197293"/>
                  </a:cubicBezTo>
                  <a:cubicBezTo>
                    <a:pt x="16298" y="156799"/>
                    <a:pt x="16231" y="156564"/>
                    <a:pt x="56826" y="149305"/>
                  </a:cubicBezTo>
                  <a:cubicBezTo>
                    <a:pt x="68856" y="147155"/>
                    <a:pt x="76081" y="140971"/>
                    <a:pt x="78635" y="129311"/>
                  </a:cubicBezTo>
                  <a:cubicBezTo>
                    <a:pt x="81290" y="117314"/>
                    <a:pt x="83104" y="105082"/>
                    <a:pt x="86095" y="93186"/>
                  </a:cubicBezTo>
                  <a:cubicBezTo>
                    <a:pt x="91136" y="73090"/>
                    <a:pt x="102326" y="56489"/>
                    <a:pt x="121850" y="49298"/>
                  </a:cubicBezTo>
                  <a:cubicBezTo>
                    <a:pt x="167889" y="32328"/>
                    <a:pt x="214532" y="17071"/>
                    <a:pt x="264200" y="0"/>
                  </a:cubicBezTo>
                  <a:cubicBezTo>
                    <a:pt x="257613" y="53566"/>
                    <a:pt x="251296" y="105250"/>
                    <a:pt x="244709" y="158950"/>
                  </a:cubicBezTo>
                  <a:lnTo>
                    <a:pt x="353622" y="1589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9" name="Google Shape;289;p24"/>
          <p:cNvSpPr/>
          <p:nvPr/>
        </p:nvSpPr>
        <p:spPr>
          <a:xfrm>
            <a:off x="806917" y="2698507"/>
            <a:ext cx="1876425" cy="929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4"/>
          <p:cNvSpPr txBox="1"/>
          <p:nvPr/>
        </p:nvSpPr>
        <p:spPr>
          <a:xfrm>
            <a:off x="831282" y="3033158"/>
            <a:ext cx="1897405" cy="579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Focus on price range 3-4</a:t>
            </a:r>
            <a:endParaRPr b="1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1" name="Google Shape;291;p24"/>
          <p:cNvSpPr/>
          <p:nvPr/>
        </p:nvSpPr>
        <p:spPr>
          <a:xfrm>
            <a:off x="1503669" y="2466926"/>
            <a:ext cx="482920" cy="482918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2" name="Google Shape;292;p2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576846" y="2721136"/>
            <a:ext cx="336552" cy="223374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4"/>
          <p:cNvSpPr/>
          <p:nvPr/>
        </p:nvSpPr>
        <p:spPr>
          <a:xfrm>
            <a:off x="3047343" y="2698507"/>
            <a:ext cx="1876425" cy="92964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4"/>
          <p:cNvSpPr txBox="1"/>
          <p:nvPr/>
        </p:nvSpPr>
        <p:spPr>
          <a:xfrm>
            <a:off x="3171377" y="3004493"/>
            <a:ext cx="1729130" cy="509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Online Delivery &amp; Table Booking</a:t>
            </a:r>
            <a:endParaRPr sz="1200" b="1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95" name="Google Shape;295;p24"/>
          <p:cNvGrpSpPr/>
          <p:nvPr/>
        </p:nvGrpSpPr>
        <p:grpSpPr>
          <a:xfrm>
            <a:off x="3744095" y="2460411"/>
            <a:ext cx="482920" cy="482918"/>
            <a:chOff x="3530757" y="2109788"/>
            <a:chExt cx="482920" cy="482918"/>
          </a:xfrm>
        </p:grpSpPr>
        <p:sp>
          <p:nvSpPr>
            <p:cNvPr id="296" name="Google Shape;296;p24"/>
            <p:cNvSpPr/>
            <p:nvPr/>
          </p:nvSpPr>
          <p:spPr>
            <a:xfrm>
              <a:off x="3530757" y="2109788"/>
              <a:ext cx="482920" cy="482918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24"/>
            <p:cNvSpPr/>
            <p:nvPr/>
          </p:nvSpPr>
          <p:spPr>
            <a:xfrm>
              <a:off x="3643939" y="2226599"/>
              <a:ext cx="256558" cy="239772"/>
            </a:xfrm>
            <a:custGeom>
              <a:avLst/>
              <a:gdLst/>
              <a:ahLst/>
              <a:cxnLst/>
              <a:rect l="l" t="t" r="r" b="b"/>
              <a:pathLst>
                <a:path w="322837" h="301717" extrusionOk="0">
                  <a:moveTo>
                    <a:pt x="287637" y="0"/>
                  </a:moveTo>
                  <a:lnTo>
                    <a:pt x="257465" y="0"/>
                  </a:lnTo>
                  <a:lnTo>
                    <a:pt x="257465" y="30172"/>
                  </a:lnTo>
                  <a:cubicBezTo>
                    <a:pt x="257465" y="36206"/>
                    <a:pt x="252437" y="40229"/>
                    <a:pt x="247408" y="40229"/>
                  </a:cubicBezTo>
                  <a:cubicBezTo>
                    <a:pt x="242379" y="40229"/>
                    <a:pt x="237351" y="36206"/>
                    <a:pt x="237351" y="30172"/>
                  </a:cubicBezTo>
                  <a:lnTo>
                    <a:pt x="237351" y="0"/>
                  </a:lnTo>
                  <a:lnTo>
                    <a:pt x="76435" y="0"/>
                  </a:lnTo>
                  <a:lnTo>
                    <a:pt x="76435" y="30172"/>
                  </a:lnTo>
                  <a:cubicBezTo>
                    <a:pt x="76435" y="36206"/>
                    <a:pt x="71406" y="40229"/>
                    <a:pt x="66378" y="40229"/>
                  </a:cubicBezTo>
                  <a:cubicBezTo>
                    <a:pt x="61349" y="40229"/>
                    <a:pt x="56321" y="36206"/>
                    <a:pt x="56321" y="30172"/>
                  </a:cubicBezTo>
                  <a:lnTo>
                    <a:pt x="56321" y="0"/>
                  </a:lnTo>
                  <a:lnTo>
                    <a:pt x="26149" y="0"/>
                  </a:lnTo>
                  <a:cubicBezTo>
                    <a:pt x="11063" y="0"/>
                    <a:pt x="0" y="13074"/>
                    <a:pt x="0" y="30172"/>
                  </a:cubicBezTo>
                  <a:lnTo>
                    <a:pt x="0" y="66378"/>
                  </a:lnTo>
                  <a:lnTo>
                    <a:pt x="321832" y="66378"/>
                  </a:lnTo>
                  <a:lnTo>
                    <a:pt x="321832" y="30172"/>
                  </a:lnTo>
                  <a:cubicBezTo>
                    <a:pt x="321832" y="13074"/>
                    <a:pt x="303729" y="0"/>
                    <a:pt x="287637" y="0"/>
                  </a:cubicBezTo>
                  <a:close/>
                  <a:moveTo>
                    <a:pt x="0" y="87498"/>
                  </a:moveTo>
                  <a:lnTo>
                    <a:pt x="0" y="271545"/>
                  </a:lnTo>
                  <a:cubicBezTo>
                    <a:pt x="0" y="289648"/>
                    <a:pt x="11063" y="301717"/>
                    <a:pt x="27155" y="301717"/>
                  </a:cubicBezTo>
                  <a:lnTo>
                    <a:pt x="288643" y="301717"/>
                  </a:lnTo>
                  <a:cubicBezTo>
                    <a:pt x="304734" y="301717"/>
                    <a:pt x="322837" y="288643"/>
                    <a:pt x="322837" y="271545"/>
                  </a:cubicBezTo>
                  <a:lnTo>
                    <a:pt x="322837" y="87498"/>
                  </a:lnTo>
                  <a:close/>
                  <a:moveTo>
                    <a:pt x="89509" y="256460"/>
                  </a:moveTo>
                  <a:lnTo>
                    <a:pt x="65372" y="256460"/>
                  </a:lnTo>
                  <a:cubicBezTo>
                    <a:pt x="61349" y="256460"/>
                    <a:pt x="57326" y="253442"/>
                    <a:pt x="57326" y="248414"/>
                  </a:cubicBezTo>
                  <a:lnTo>
                    <a:pt x="57326" y="223271"/>
                  </a:lnTo>
                  <a:cubicBezTo>
                    <a:pt x="57326" y="219248"/>
                    <a:pt x="60343" y="215225"/>
                    <a:pt x="65372" y="215225"/>
                  </a:cubicBezTo>
                  <a:lnTo>
                    <a:pt x="90515" y="215225"/>
                  </a:lnTo>
                  <a:cubicBezTo>
                    <a:pt x="94538" y="215225"/>
                    <a:pt x="98561" y="218242"/>
                    <a:pt x="98561" y="223271"/>
                  </a:cubicBezTo>
                  <a:lnTo>
                    <a:pt x="98561" y="248414"/>
                  </a:lnTo>
                  <a:cubicBezTo>
                    <a:pt x="97555" y="253442"/>
                    <a:pt x="94538" y="256460"/>
                    <a:pt x="89509" y="256460"/>
                  </a:cubicBezTo>
                  <a:close/>
                  <a:moveTo>
                    <a:pt x="89509" y="165944"/>
                  </a:moveTo>
                  <a:lnTo>
                    <a:pt x="65372" y="165944"/>
                  </a:lnTo>
                  <a:cubicBezTo>
                    <a:pt x="61349" y="165944"/>
                    <a:pt x="57326" y="162927"/>
                    <a:pt x="57326" y="157899"/>
                  </a:cubicBezTo>
                  <a:lnTo>
                    <a:pt x="57326" y="132756"/>
                  </a:lnTo>
                  <a:cubicBezTo>
                    <a:pt x="57326" y="128733"/>
                    <a:pt x="60343" y="124710"/>
                    <a:pt x="65372" y="124710"/>
                  </a:cubicBezTo>
                  <a:lnTo>
                    <a:pt x="90515" y="124710"/>
                  </a:lnTo>
                  <a:cubicBezTo>
                    <a:pt x="94538" y="124710"/>
                    <a:pt x="98561" y="127727"/>
                    <a:pt x="98561" y="132756"/>
                  </a:cubicBezTo>
                  <a:lnTo>
                    <a:pt x="98561" y="157899"/>
                  </a:lnTo>
                  <a:cubicBezTo>
                    <a:pt x="97555" y="162927"/>
                    <a:pt x="94538" y="165944"/>
                    <a:pt x="89509" y="165944"/>
                  </a:cubicBezTo>
                  <a:close/>
                  <a:moveTo>
                    <a:pt x="169967" y="256460"/>
                  </a:moveTo>
                  <a:lnTo>
                    <a:pt x="144824" y="256460"/>
                  </a:lnTo>
                  <a:cubicBezTo>
                    <a:pt x="140801" y="256460"/>
                    <a:pt x="136778" y="253442"/>
                    <a:pt x="136778" y="248414"/>
                  </a:cubicBezTo>
                  <a:lnTo>
                    <a:pt x="136778" y="223271"/>
                  </a:lnTo>
                  <a:cubicBezTo>
                    <a:pt x="136778" y="219248"/>
                    <a:pt x="139796" y="215225"/>
                    <a:pt x="144824" y="215225"/>
                  </a:cubicBezTo>
                  <a:lnTo>
                    <a:pt x="169967" y="215225"/>
                  </a:lnTo>
                  <a:cubicBezTo>
                    <a:pt x="173990" y="215225"/>
                    <a:pt x="178013" y="218242"/>
                    <a:pt x="178013" y="223271"/>
                  </a:cubicBezTo>
                  <a:lnTo>
                    <a:pt x="178013" y="248414"/>
                  </a:lnTo>
                  <a:cubicBezTo>
                    <a:pt x="178013" y="253442"/>
                    <a:pt x="174996" y="256460"/>
                    <a:pt x="169967" y="256460"/>
                  </a:cubicBezTo>
                  <a:close/>
                  <a:moveTo>
                    <a:pt x="169967" y="165944"/>
                  </a:moveTo>
                  <a:lnTo>
                    <a:pt x="144824" y="165944"/>
                  </a:lnTo>
                  <a:cubicBezTo>
                    <a:pt x="140801" y="165944"/>
                    <a:pt x="136778" y="162927"/>
                    <a:pt x="136778" y="157899"/>
                  </a:cubicBezTo>
                  <a:lnTo>
                    <a:pt x="136778" y="132756"/>
                  </a:lnTo>
                  <a:cubicBezTo>
                    <a:pt x="136778" y="128733"/>
                    <a:pt x="139796" y="124710"/>
                    <a:pt x="144824" y="124710"/>
                  </a:cubicBezTo>
                  <a:lnTo>
                    <a:pt x="169967" y="124710"/>
                  </a:lnTo>
                  <a:cubicBezTo>
                    <a:pt x="173990" y="124710"/>
                    <a:pt x="178013" y="127727"/>
                    <a:pt x="178013" y="132756"/>
                  </a:cubicBezTo>
                  <a:lnTo>
                    <a:pt x="178013" y="157899"/>
                  </a:lnTo>
                  <a:cubicBezTo>
                    <a:pt x="178013" y="162927"/>
                    <a:pt x="174996" y="165944"/>
                    <a:pt x="169967" y="165944"/>
                  </a:cubicBezTo>
                  <a:close/>
                  <a:moveTo>
                    <a:pt x="250425" y="256460"/>
                  </a:moveTo>
                  <a:lnTo>
                    <a:pt x="225282" y="256460"/>
                  </a:lnTo>
                  <a:cubicBezTo>
                    <a:pt x="221259" y="256460"/>
                    <a:pt x="217236" y="253442"/>
                    <a:pt x="217236" y="248414"/>
                  </a:cubicBezTo>
                  <a:lnTo>
                    <a:pt x="217236" y="223271"/>
                  </a:lnTo>
                  <a:cubicBezTo>
                    <a:pt x="217236" y="219248"/>
                    <a:pt x="220253" y="215225"/>
                    <a:pt x="225282" y="215225"/>
                  </a:cubicBezTo>
                  <a:lnTo>
                    <a:pt x="250425" y="215225"/>
                  </a:lnTo>
                  <a:cubicBezTo>
                    <a:pt x="254448" y="215225"/>
                    <a:pt x="258471" y="218242"/>
                    <a:pt x="258471" y="223271"/>
                  </a:cubicBezTo>
                  <a:lnTo>
                    <a:pt x="258471" y="248414"/>
                  </a:lnTo>
                  <a:cubicBezTo>
                    <a:pt x="258471" y="253442"/>
                    <a:pt x="255454" y="256460"/>
                    <a:pt x="250425" y="256460"/>
                  </a:cubicBezTo>
                  <a:close/>
                  <a:moveTo>
                    <a:pt x="250425" y="165944"/>
                  </a:moveTo>
                  <a:lnTo>
                    <a:pt x="225282" y="165944"/>
                  </a:lnTo>
                  <a:cubicBezTo>
                    <a:pt x="221259" y="165944"/>
                    <a:pt x="217236" y="162927"/>
                    <a:pt x="217236" y="157899"/>
                  </a:cubicBezTo>
                  <a:lnTo>
                    <a:pt x="217236" y="132756"/>
                  </a:lnTo>
                  <a:cubicBezTo>
                    <a:pt x="217236" y="128733"/>
                    <a:pt x="220253" y="124710"/>
                    <a:pt x="225282" y="124710"/>
                  </a:cubicBezTo>
                  <a:lnTo>
                    <a:pt x="250425" y="124710"/>
                  </a:lnTo>
                  <a:cubicBezTo>
                    <a:pt x="254448" y="124710"/>
                    <a:pt x="258471" y="127727"/>
                    <a:pt x="258471" y="132756"/>
                  </a:cubicBezTo>
                  <a:lnTo>
                    <a:pt x="258471" y="157899"/>
                  </a:lnTo>
                  <a:cubicBezTo>
                    <a:pt x="258471" y="162927"/>
                    <a:pt x="255454" y="165944"/>
                    <a:pt x="250425" y="1659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9" name="Google Shape;299;p24"/>
          <p:cNvSpPr txBox="1"/>
          <p:nvPr/>
        </p:nvSpPr>
        <p:spPr>
          <a:xfrm>
            <a:off x="640157" y="3922075"/>
            <a:ext cx="2224238" cy="579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CF142F"/>
                </a:solidFill>
                <a:latin typeface="Poppins"/>
                <a:ea typeface="Poppins"/>
                <a:cs typeface="Poppins"/>
                <a:sym typeface="Poppins"/>
              </a:rPr>
              <a:t>Prioritize high rated cuisines.</a:t>
            </a:r>
            <a:endParaRPr b="1" dirty="0">
              <a:solidFill>
                <a:srgbClr val="CF142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1" name="Google Shape;311;p24"/>
          <p:cNvSpPr txBox="1">
            <a:spLocks noGrp="1"/>
          </p:cNvSpPr>
          <p:nvPr>
            <p:ph type="title"/>
          </p:nvPr>
        </p:nvSpPr>
        <p:spPr>
          <a:xfrm>
            <a:off x="693823" y="721260"/>
            <a:ext cx="7612781" cy="840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dirty="0"/>
              <a:t>Conclusion</a:t>
            </a:r>
            <a:br>
              <a:rPr lang="en-IN" dirty="0"/>
            </a:br>
            <a:r>
              <a:rPr lang="en-IN" sz="2400" dirty="0"/>
              <a:t>Expansion Strategy Summary</a:t>
            </a:r>
            <a:endParaRPr dirty="0"/>
          </a:p>
        </p:txBody>
      </p:sp>
      <p:sp>
        <p:nvSpPr>
          <p:cNvPr id="12" name="Google Shape;299;p24">
            <a:extLst>
              <a:ext uri="{FF2B5EF4-FFF2-40B4-BE49-F238E27FC236}">
                <a16:creationId xmlns:a16="http://schemas.microsoft.com/office/drawing/2014/main" id="{1654A4CE-3341-F9F6-FB2A-B6241230563E}"/>
              </a:ext>
            </a:extLst>
          </p:cNvPr>
          <p:cNvSpPr txBox="1"/>
          <p:nvPr/>
        </p:nvSpPr>
        <p:spPr>
          <a:xfrm>
            <a:off x="640157" y="4440134"/>
            <a:ext cx="2863941" cy="579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CF142F"/>
                </a:solidFill>
                <a:latin typeface="Poppins"/>
                <a:ea typeface="Poppins"/>
                <a:cs typeface="Poppins"/>
                <a:sym typeface="Poppins"/>
              </a:rPr>
              <a:t>Enter cities with controlled competition first.</a:t>
            </a:r>
            <a:endParaRPr b="1" dirty="0">
              <a:solidFill>
                <a:srgbClr val="CF142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Google Shape;299;p24">
            <a:extLst>
              <a:ext uri="{FF2B5EF4-FFF2-40B4-BE49-F238E27FC236}">
                <a16:creationId xmlns:a16="http://schemas.microsoft.com/office/drawing/2014/main" id="{195C0AA6-CF6F-D4EE-A4CF-81AB7C568859}"/>
              </a:ext>
            </a:extLst>
          </p:cNvPr>
          <p:cNvSpPr txBox="1"/>
          <p:nvPr/>
        </p:nvSpPr>
        <p:spPr>
          <a:xfrm>
            <a:off x="640157" y="5015524"/>
            <a:ext cx="2863941" cy="579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CF142F"/>
                </a:solidFill>
                <a:latin typeface="Poppins"/>
                <a:ea typeface="Poppins"/>
                <a:cs typeface="Poppins"/>
                <a:sym typeface="Poppins"/>
              </a:rPr>
              <a:t>Service features improves feedback.</a:t>
            </a:r>
            <a:endParaRPr b="1" dirty="0">
              <a:solidFill>
                <a:srgbClr val="CF142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3693" y="0"/>
            <a:ext cx="4998315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51269" y="838200"/>
            <a:ext cx="1544422" cy="774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89488">
            <a:off x="808328" y="926552"/>
            <a:ext cx="202415" cy="158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605715">
            <a:off x="5123427" y="803283"/>
            <a:ext cx="124112" cy="97032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5"/>
          <p:cNvSpPr/>
          <p:nvPr/>
        </p:nvSpPr>
        <p:spPr>
          <a:xfrm>
            <a:off x="1666754" y="2034273"/>
            <a:ext cx="3872987" cy="3509999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5"/>
          <p:cNvSpPr/>
          <p:nvPr/>
        </p:nvSpPr>
        <p:spPr>
          <a:xfrm>
            <a:off x="2545971" y="2286421"/>
            <a:ext cx="1933575" cy="598170"/>
          </a:xfrm>
          <a:prstGeom prst="rect">
            <a:avLst/>
          </a:prstGeom>
          <a:solidFill>
            <a:srgbClr val="F2F2F2"/>
          </a:soli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5"/>
          <p:cNvSpPr txBox="1"/>
          <p:nvPr/>
        </p:nvSpPr>
        <p:spPr>
          <a:xfrm>
            <a:off x="2319321" y="3040580"/>
            <a:ext cx="2935762" cy="2123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Char char="✔"/>
            </a:pPr>
            <a:r>
              <a:rPr lang="en-US" sz="16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Dataset Source(Newton School)</a:t>
            </a: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Char char="✔"/>
            </a:pPr>
            <a:r>
              <a:rPr lang="en-IN" sz="16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Tools: Microsoft Excel, </a:t>
            </a:r>
            <a:r>
              <a:rPr lang="en-IN" sz="16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Powerpoint</a:t>
            </a:r>
            <a:r>
              <a:rPr lang="en-IN" sz="16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word.</a:t>
            </a: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Char char="✔"/>
            </a:pPr>
            <a:endParaRPr lang="en-IN" sz="1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Char char="✔"/>
            </a:pPr>
            <a:endParaRPr sz="12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5"/>
          <p:cNvSpPr txBox="1">
            <a:spLocks noGrp="1"/>
          </p:cNvSpPr>
          <p:nvPr>
            <p:ph type="title"/>
          </p:nvPr>
        </p:nvSpPr>
        <p:spPr>
          <a:xfrm>
            <a:off x="1250911" y="683430"/>
            <a:ext cx="6115050" cy="133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IN" dirty="0"/>
              <a:t>Acknowledgements &amp; References</a:t>
            </a:r>
            <a:br>
              <a:rPr lang="en-IN" dirty="0"/>
            </a:br>
            <a:endParaRPr dirty="0"/>
          </a:p>
        </p:txBody>
      </p:sp>
      <p:sp>
        <p:nvSpPr>
          <p:cNvPr id="338" name="Google Shape;338;p25"/>
          <p:cNvSpPr txBox="1">
            <a:spLocks noGrp="1"/>
          </p:cNvSpPr>
          <p:nvPr>
            <p:ph type="body" idx="1"/>
          </p:nvPr>
        </p:nvSpPr>
        <p:spPr>
          <a:xfrm>
            <a:off x="2455483" y="2442410"/>
            <a:ext cx="2114550" cy="28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spcBef>
                <a:spcPts val="0"/>
              </a:spcBef>
              <a:buClr>
                <a:schemeClr val="accent1"/>
              </a:buClr>
            </a:pPr>
            <a:r>
              <a:rPr lang="en-IN" dirty="0"/>
              <a:t>Credits</a:t>
            </a:r>
            <a:endParaRPr sz="1400" b="1" dirty="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2" name="Google Shape;59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8400" y="0"/>
            <a:ext cx="5943600" cy="6651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605715">
            <a:off x="4925525" y="3116157"/>
            <a:ext cx="292102" cy="228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89488">
            <a:off x="281060" y="3321885"/>
            <a:ext cx="512914" cy="401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3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39535" y="838200"/>
            <a:ext cx="1544422" cy="774338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32"/>
          <p:cNvSpPr txBox="1">
            <a:spLocks noGrp="1"/>
          </p:cNvSpPr>
          <p:nvPr>
            <p:ph type="title"/>
          </p:nvPr>
        </p:nvSpPr>
        <p:spPr>
          <a:xfrm>
            <a:off x="722697" y="2933992"/>
            <a:ext cx="4366901" cy="931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Poppins"/>
              <a:buNone/>
            </a:pPr>
            <a:r>
              <a:rPr lang="en-US" sz="6000" b="1"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  <p:sp>
        <p:nvSpPr>
          <p:cNvPr id="598" name="Google Shape;598;p32"/>
          <p:cNvSpPr txBox="1">
            <a:spLocks noGrp="1"/>
          </p:cNvSpPr>
          <p:nvPr>
            <p:ph type="body" idx="1"/>
          </p:nvPr>
        </p:nvSpPr>
        <p:spPr>
          <a:xfrm>
            <a:off x="1101505" y="4023348"/>
            <a:ext cx="4842096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</a:pPr>
            <a:r>
              <a:rPr lang="en-US" sz="2000" b="1" dirty="0">
                <a:solidFill>
                  <a:srgbClr val="262626"/>
                </a:solidFill>
              </a:rPr>
              <a:t>Regards,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400"/>
              <a:buNone/>
            </a:pPr>
            <a:r>
              <a:rPr lang="en-US" sz="2000" b="1" dirty="0"/>
              <a:t>Varun Kandunuri.</a:t>
            </a:r>
            <a:endParaRPr sz="2000" b="1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zomato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CF142F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683</Words>
  <Application>Microsoft Office PowerPoint</Application>
  <PresentationFormat>Widescreen</PresentationFormat>
  <Paragraphs>101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Poppins</vt:lpstr>
      <vt:lpstr>Segoe UI Light</vt:lpstr>
      <vt:lpstr>Calibri</vt:lpstr>
      <vt:lpstr>Noto Sans Symbols</vt:lpstr>
      <vt:lpstr>Segoe UI Semibold</vt:lpstr>
      <vt:lpstr>Arial</vt:lpstr>
      <vt:lpstr>Wingdings</vt:lpstr>
      <vt:lpstr>Office Theme</vt:lpstr>
      <vt:lpstr>Zomato Global Expansion Strategy</vt:lpstr>
      <vt:lpstr>Introduction &amp; Objectives</vt:lpstr>
      <vt:lpstr>Problem Statement</vt:lpstr>
      <vt:lpstr>Data Overview</vt:lpstr>
      <vt:lpstr>Methodology</vt:lpstr>
      <vt:lpstr>Market Saturation Analysis Restaurant Distribution by Country</vt:lpstr>
      <vt:lpstr>Pricing Strategy Analysis Price Range vs Number of Restaurants</vt:lpstr>
      <vt:lpstr>Price vs Customer Ratings Relationship Between Pricing and Ratings</vt:lpstr>
      <vt:lpstr>Cuisine Preference Analysis Cuisine Distribution &amp; Ratings</vt:lpstr>
      <vt:lpstr>Service Feature Impact Online Delivery Impact</vt:lpstr>
      <vt:lpstr>Service Feature Impact Table booking Impact</vt:lpstr>
      <vt:lpstr>Recommended Countries Target Markets for Expansion</vt:lpstr>
      <vt:lpstr>Dashboard &amp; Visualizations</vt:lpstr>
      <vt:lpstr>Conclusion Expansion Strategy Summary</vt:lpstr>
      <vt:lpstr>Acknowledgements &amp; References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Varun Kandunuri</dc:creator>
  <cp:lastModifiedBy>saitarun kandunuri</cp:lastModifiedBy>
  <cp:revision>3</cp:revision>
  <dcterms:modified xsi:type="dcterms:W3CDTF">2026-01-14T13:33:23Z</dcterms:modified>
</cp:coreProperties>
</file>